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628" y="52"/>
      </p:cViewPr>
      <p:guideLst/>
    </p:cSldViewPr>
  </p:slideViewPr>
  <p:outlineViewPr>
    <p:cViewPr>
      <p:scale>
        <a:sx n="33" d="100"/>
        <a:sy n="33" d="100"/>
      </p:scale>
      <p:origin x="0" y="-197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 custT="1"/>
      <dgm:spPr/>
      <dgm:t>
        <a:bodyPr/>
        <a:lstStyle/>
        <a:p>
          <a:pPr algn="l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 project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requirements,data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testing concepts and tools.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pPr algn="l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Connect to data sources and implement basic data validation logic. 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pPr algn="l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Build automated data tests and basic API endpoints.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 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F5C4A8F4-9751-4E44-A971-2893DC0A78D0}">
      <dgm:prSet/>
      <dgm:spPr/>
      <dgm:t>
        <a:bodyPr/>
        <a:lstStyle/>
        <a:p>
          <a:pPr algn="l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Improve testing coverage and error handling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9E2BAD-C6C7-4916-915C-22F58F4F7617}" type="parTrans" cxnId="{66FF8E44-3FE3-4147-B160-47964BADF699}">
      <dgm:prSet/>
      <dgm:spPr/>
      <dgm:t>
        <a:bodyPr/>
        <a:lstStyle/>
        <a:p>
          <a:endParaRPr lang="en-IN"/>
        </a:p>
      </dgm:t>
    </dgm:pt>
    <dgm:pt modelId="{3F235D8F-26A1-446A-9FC3-44BFE1742A5E}" type="sibTrans" cxnId="{66FF8E44-3FE3-4147-B160-47964BADF699}">
      <dgm:prSet/>
      <dgm:spPr/>
      <dgm:t>
        <a:bodyPr/>
        <a:lstStyle/>
        <a:p>
          <a:endParaRPr lang="en-IN"/>
        </a:p>
      </dgm:t>
    </dgm:pt>
    <dgm:pt modelId="{00E509FD-B558-448F-A679-D9FEAFD598B1}">
      <dgm:prSet/>
      <dgm:spPr/>
      <dgm:t>
        <a:bodyPr/>
        <a:lstStyle/>
        <a:p>
          <a:pPr algn="r"/>
          <a:endParaRPr lang="en-IN" dirty="0"/>
        </a:p>
      </dgm:t>
    </dgm:pt>
    <dgm:pt modelId="{097C5047-F14E-4741-A66E-3CA1D5FC9E75}" type="parTrans" cxnId="{A29EC91A-2540-4563-9F2C-E47B937C8A3C}">
      <dgm:prSet/>
      <dgm:spPr/>
      <dgm:t>
        <a:bodyPr/>
        <a:lstStyle/>
        <a:p>
          <a:endParaRPr lang="en-IN"/>
        </a:p>
      </dgm:t>
    </dgm:pt>
    <dgm:pt modelId="{3D8F21A8-89C4-4157-823B-7CD89BAA292B}" type="sibTrans" cxnId="{A29EC91A-2540-4563-9F2C-E47B937C8A3C}">
      <dgm:prSet/>
      <dgm:spPr/>
      <dgm:t>
        <a:bodyPr/>
        <a:lstStyle/>
        <a:p>
          <a:endParaRPr lang="en-IN"/>
        </a:p>
      </dgm:t>
    </dgm:pt>
    <dgm:pt modelId="{E4AD53BF-4412-49E0-A340-0D70924AE552}">
      <dgm:prSet/>
      <dgm:spPr/>
      <dgm:t>
        <a:bodyPr/>
        <a:lstStyle/>
        <a:p>
          <a:pPr algn="l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Deliver a complete python based data testing solution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A0320F-9CA8-4399-901E-958D13824A52}" type="parTrans" cxnId="{515C09A1-A20E-4F73-B949-5088CE2D1E1A}">
      <dgm:prSet/>
      <dgm:spPr/>
      <dgm:t>
        <a:bodyPr/>
        <a:lstStyle/>
        <a:p>
          <a:endParaRPr lang="en-IN"/>
        </a:p>
      </dgm:t>
    </dgm:pt>
    <dgm:pt modelId="{1F98B445-BA38-4EC2-80AE-912F3E3E0F97}" type="sibTrans" cxnId="{515C09A1-A20E-4F73-B949-5088CE2D1E1A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 custLinFactNeighborX="-2146" custLinFactNeighborY="0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 custLinFactNeighborX="-3577" custLinFactNeighborY="1878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A29EC91A-2540-4563-9F2C-E47B937C8A3C}" srcId="{5E92505A-51E0-4F78-B3C5-704ACF8710DE}" destId="{00E509FD-B558-448F-A679-D9FEAFD598B1}" srcOrd="1" destOrd="0" parTransId="{097C5047-F14E-4741-A66E-3CA1D5FC9E75}" sibTransId="{3D8F21A8-89C4-4157-823B-7CD89BAA292B}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AE4B4323-4F26-48A2-B315-186F7BA4B51E}" type="presOf" srcId="{E4AD53BF-4412-49E0-A340-0D70924AE552}" destId="{8CAE5A4D-0C7B-48A6-917B-0B8433D0574B}" srcOrd="0" destOrd="0" presId="urn:microsoft.com/office/officeart/2011/layout/InterconnectedBlockProcess"/>
    <dgm:cxn modelId="{0B970834-29E2-4F27-89AD-8962BF421BAC}" type="presOf" srcId="{00E509FD-B558-448F-A679-D9FEAFD598B1}" destId="{98225A61-A0EC-450A-BED8-EF2E47E8FD18}" srcOrd="1" destOrd="1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66FF8E44-3FE3-4147-B160-47964BADF699}" srcId="{5E92505A-51E0-4F78-B3C5-704ACF8710DE}" destId="{F5C4A8F4-9751-4E44-A971-2893DC0A78D0}" srcOrd="0" destOrd="0" parTransId="{B49E2BAD-C6C7-4916-915C-22F58F4F7617}" sibTransId="{3F235D8F-26A1-446A-9FC3-44BFE1742A5E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515C09A1-A20E-4F73-B949-5088CE2D1E1A}" srcId="{65C051F6-A849-4495-A964-CD4C650B9C06}" destId="{E4AD53BF-4412-49E0-A340-0D70924AE552}" srcOrd="0" destOrd="0" parTransId="{38A0320F-9CA8-4399-901E-958D13824A52}" sibTransId="{1F98B445-BA38-4EC2-80AE-912F3E3E0F97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B219E0D7-9DE7-4A46-8E12-D9A2F2BA5A49}" type="presOf" srcId="{E4AD53BF-4412-49E0-A340-0D70924AE552}" destId="{928B615F-0F8D-4140-A638-0FBB8F5BF1E9}" srcOrd="1" destOrd="0" presId="urn:microsoft.com/office/officeart/2011/layout/InterconnectedBlockProcess"/>
    <dgm:cxn modelId="{F649FBD8-772F-48CF-9D69-B7E1A571D6C9}" type="presOf" srcId="{F5C4A8F4-9751-4E44-A971-2893DC0A78D0}" destId="{FC0F1314-3294-4A8C-8DCE-EB53E236164C}" srcOrd="0" destOrd="0" presId="urn:microsoft.com/office/officeart/2011/layout/InterconnectedBlockProcess"/>
    <dgm:cxn modelId="{ADFB6CDC-AF53-4277-857C-A08F5DEBA8A4}" type="presOf" srcId="{F5C4A8F4-9751-4E44-A971-2893DC0A78D0}" destId="{98225A61-A0EC-450A-BED8-EF2E47E8FD18}" srcOrd="1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9F4F77E7-3E4B-40EE-8C2C-D844807B487F}" type="presOf" srcId="{00E509FD-B558-448F-A679-D9FEAFD598B1}" destId="{FC0F1314-3294-4A8C-8DCE-EB53E236164C}" srcOrd="0" destOrd="1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Deliver a complete python based data testing solution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335949" y="811638"/>
        <a:ext cx="1116055" cy="3246555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 </a:t>
          </a: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Improve testing coverage and error handling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 dirty="0"/>
        </a:p>
      </dsp:txBody>
      <dsp:txXfrm>
        <a:off x="6060823" y="811638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Build automated data tests and basic API endpoints.</a:t>
          </a:r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14482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Connect to data sources and implement basic data validation logic. </a:t>
          </a:r>
        </a:p>
      </dsp:txBody>
      <dsp:txXfrm>
        <a:off x="3476748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17869" y="857366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 project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requirements,data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testing concepts and tools.</a:t>
          </a:r>
        </a:p>
      </dsp:txBody>
      <dsp:txXfrm>
        <a:off x="2180134" y="857366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16/01/2026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Jinesh VN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IST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Pallavi R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Mr.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Saptarsi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Sanyal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Accion Labs: Internship Review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516441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Vibha Binoy Sasidharan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20221IST0020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8IST01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Accion Labs is a global Cloud Engineering and Innovation company focused on helping enterprises transform their business using emerging technologies.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specializes in digital transformation, cloud modernization, data engineering, and AI-driven solutions.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global presence with 4,400+ engineers across 23 locations worldwide, grown through organic expansion and strategic acquisitions.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emphasizes quality, innovation, and continuous improvement to solve complex business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assigned domain is Data Engineering and Data Quality Testing using Python.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involves building a data testing solution that connects to multiple data sources and validates business logic through automated tests.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is implemented completely in Python with API endpoints to enable scalable, reusable, and automated data validation workflows.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part of a Data / AI Engineering team, working on a Python-based data testing solution.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I work closely with a mentor who guides me through project understanding, tasks, and best practices.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report to the Technical Lead of the team, who oversees the project progress and provides technical direction.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a suitable internship opportunity aligned with AI/ML interests.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project workflow and tools during the initial days.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to a professional work environment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fundamentals of AI and Machine Learning in an industry environment.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exposure to data processing and basic model development.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the AI/ML workflow and best practices followed at Accion Labs.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work with mentors and understand real-world problem-solving using AI.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4330985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https://github.com/VibhaBinoy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8093</TotalTime>
  <Words>515</Words>
  <Application>Microsoft Office PowerPoint</Application>
  <PresentationFormat>Widescreen</PresentationFormat>
  <Paragraphs>74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vibhabinoysasidharan@outlook.com</cp:lastModifiedBy>
  <cp:revision>719</cp:revision>
  <dcterms:created xsi:type="dcterms:W3CDTF">2022-10-14T07:18:17Z</dcterms:created>
  <dcterms:modified xsi:type="dcterms:W3CDTF">2026-01-16T09:21:40Z</dcterms:modified>
</cp:coreProperties>
</file>