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24/04/2026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Jinesh VN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Information Science And Technology(AI and DS)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AI/ML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8443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Vibha Binoy Sasidharan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20221IST0020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8IST01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Accion Labs is a global Cloud Engineering and Innovation company focused on helping enterprises transform their business using emerging technologies.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specializes in digital transformation, cloud modernization, data engineering, and AI-driven solutions.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global presence with 4,400+ engineers across 23 locations worldwide, grown through organic expansion and strategic acquisitions.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emphasizes quality, innovation, and continuous improvement to solve complex business problems.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assigned domain is Data Engineering and Data Quality Testing using Python.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building a data testing solution that connects to multiple data sources and validates business logic through automated tests.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implemented completely in Python with API endpoints to enable scalable, reusable, and automated data validation workflows.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a Data / AI Engineering team, working on a Python-based data testing solution.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closely with a mentor who guides me through project understanding, tasks, and best practices.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to the Technical Lead of the team, who oversees the project progress and provides technical direction.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internship opportunity aligned with AI/ML interests.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project workflow and tools during the initial 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professional work environment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fundamentals of AI and Machine Learning in an industry environment.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exposure to data processing and basic model development.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AI/ML workflow and best practices followed at Accion Labs.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mentors and understand real-world problem-solving using AI.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widely used for automated data extraction from websites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 are commonly used for scraping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 enables integration of backend logic with web interfaces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Jinja templates are used for dynamic rendering of extracted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Web-based applications improve accessibility and real-time data presentation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web scraping application to extract data from websites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Python (requests,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data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backend using Flask and frontend using HTML + Jinja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Displayed extracted data dynamically through a web interface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collection from websites is time-consuming and inefficient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extracting structured data from web pages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tools for real-time data retrieval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system to extract and display data dynamically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Laptop/PC with minimum 8GB RAM and internet connection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 framework, Visual Studio Code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web scraping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and Jinja templates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browser (Chrome) for testing and execution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data extraction, reducing manual effort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faster and efficient data retrieval from websites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data dynamically through a user-friendly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improves accuracy in data collection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follows a two-layer architecture: Frontend and Backend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implemented using Flask for handling scraping logic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(requests,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used for data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built using HTML and Jinja to display extracted data dynamically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web scraping using Python libraries (requests,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backend using Flask to handle scraping requests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frontend using HTML and Jinja templates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and backend to display extracted data dynamically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scraping functionality with different website URLs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accuracy of extracted data against actual website content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frontend display for correct rendering of scraped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error handling for invalid or inaccessible URLs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web scraping application for automated data extraction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efficient and accurate retrieval of data from websites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and backend for dynamic data display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web scraping techniques and Flask-based development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 – Used for resolving coding issues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Referred for web scraping concepts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learning Python and Flask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– Used for practical tutorials and walkthroughs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https://github.com/VibhaBinoy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8377</TotalTime>
  <Words>879</Words>
  <Application>Microsoft Office PowerPoint</Application>
  <PresentationFormat>Widescreen</PresentationFormat>
  <Paragraphs>132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vibhabinoysasidharan@outlook.com</cp:lastModifiedBy>
  <cp:revision>722</cp:revision>
  <dcterms:created xsi:type="dcterms:W3CDTF">2022-10-14T07:18:17Z</dcterms:created>
  <dcterms:modified xsi:type="dcterms:W3CDTF">2026-04-25T07:02:42Z</dcterms:modified>
</cp:coreProperties>
</file>