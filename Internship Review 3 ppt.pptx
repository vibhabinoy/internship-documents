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9" r:id="rId2"/>
    <p:sldId id="270" r:id="rId3"/>
    <p:sldId id="261" r:id="rId4"/>
    <p:sldId id="262" r:id="rId5"/>
    <p:sldId id="263" r:id="rId6"/>
    <p:sldId id="264" r:id="rId7"/>
    <p:sldId id="265" r:id="rId8"/>
    <p:sldId id="271" r:id="rId9"/>
    <p:sldId id="272" r:id="rId10"/>
    <p:sldId id="273" r:id="rId11"/>
    <p:sldId id="274" r:id="rId12"/>
    <p:sldId id="275" r:id="rId13"/>
    <p:sldId id="276" r:id="rId14"/>
    <p:sldId id="277" r:id="rId15"/>
    <p:sldId id="266" r:id="rId16"/>
    <p:sldId id="267" r:id="rId17"/>
    <p:sldId id="268" r:id="rId18"/>
    <p:sldId id="269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82BE31D-A805-4374-A802-C65F02E28BCD}" v="23" dt="2024-12-11T08:31:31.56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574" autoAdjust="0"/>
    <p:restoredTop sz="94660"/>
  </p:normalViewPr>
  <p:slideViewPr>
    <p:cSldViewPr snapToGrid="0">
      <p:cViewPr varScale="1">
        <p:scale>
          <a:sx n="74" d="100"/>
          <a:sy n="74" d="100"/>
        </p:scale>
        <p:origin x="46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751524B-FB67-4894-A0C5-35151E149D68}" type="doc">
      <dgm:prSet loTypeId="urn:microsoft.com/office/officeart/2011/layout/InterconnectedBlockProcess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A6BCDA7B-D633-438F-B44D-CB4D60E5C492}" type="pres">
      <dgm:prSet presAssocID="{5751524B-FB67-4894-A0C5-35151E149D68}" presName="Name0" presStyleCnt="0">
        <dgm:presLayoutVars>
          <dgm:chMax val="7"/>
          <dgm:chPref val="5"/>
          <dgm:dir/>
          <dgm:animOne val="branch"/>
          <dgm:animLvl val="lvl"/>
        </dgm:presLayoutVars>
      </dgm:prSet>
      <dgm:spPr/>
    </dgm:pt>
  </dgm:ptLst>
  <dgm:cxnLst>
    <dgm:cxn modelId="{E6B70501-CFCB-4D4A-94BE-F63036069196}" type="presOf" srcId="{5751524B-FB67-4894-A0C5-35151E149D68}" destId="{A6BCDA7B-D633-438F-B44D-CB4D60E5C492}" srcOrd="0" destOrd="0" presId="urn:microsoft.com/office/officeart/2011/layout/InterconnectedBlock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1/layout/InterconnectedBlockProcess">
  <dgm:title val="Interconnected Block Process"/>
  <dgm:desc val="Use to show sequential steps in a process. Works best with small amounts of Level 1 text and medium amounts of Level 2 text."/>
  <dgm:catLst>
    <dgm:cat type="process" pri="5500"/>
    <dgm:cat type="officeonline" pri="3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  <dgm:pt modelId="40">
          <dgm:prSet phldr="1"/>
        </dgm:pt>
        <dgm:pt modelId="4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  <dgm:cxn modelId="70" srcId="0" destId="40" srcOrd="2" destOrd="0"/>
        <dgm:cxn modelId="42" srcId="40" destId="41" srcOrd="0" destOrd="0"/>
      </dgm:cxnLst>
      <dgm:bg/>
      <dgm:whole/>
    </dgm:dataModel>
  </dgm:clrData>
  <dgm:layoutNode name="Name0">
    <dgm:varLst>
      <dgm:chMax val="7"/>
      <dgm:chPref val="5"/>
      <dgm:dir/>
      <dgm:animOne val="branch"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4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Accent1" refType="w" fact="0"/>
              <dgm:constr type="t" for="ch" forName="ChildAccent1" refType="h" fact="0.1429"/>
              <dgm:constr type="w" for="ch" forName="ChildAccent1" refType="w"/>
              <dgm:constr type="h" for="ch" forName="ChildAccent1" refType="h" fact="0.8571"/>
              <dgm:constr type="l" for="ch" forName="Child1" refType="w" fact="0.127"/>
              <dgm:constr type="t" for="ch" forName="Child1" refType="h" fact="0.1429"/>
              <dgm:constr type="w" for="ch" forName="Child1" refType="w" fact="0.873"/>
              <dgm:constr type="h" for="ch" forName="Child1" refType="h" fact="0.8571"/>
              <dgm:constr type="l" for="ch" forName="Parent1" refType="w" fact="0"/>
              <dgm:constr type="t" for="ch" forName="Parent1" refType="h" fact="0"/>
              <dgm:constr type="w" for="ch" forName="Parent1" refType="w"/>
              <dgm:constr type="h" for="ch" forName="Parent1" refType="h" fact="0.1429"/>
            </dgm:constrLst>
          </dgm:if>
          <dgm:if name="Name5" axis="ch" ptType="node" func="cnt" op="equ" val="2">
            <dgm:alg type="composite">
              <dgm:param type="ar" val="0.8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ChildAccent1" refType="w" fact="0"/>
              <dgm:constr type="t" for="ch" forName="ChildAccent1" refType="h" fact="0.1613"/>
              <dgm:constr type="w" for="ch" forName="ChildAccent1" refType="w" fact="0.5"/>
              <dgm:constr type="h" for="ch" forName="ChildAccent1" refType="h" fact="0.7742"/>
              <dgm:constr type="l" for="ch" forName="Child1" refType="w" fact="0.0635"/>
              <dgm:constr type="t" for="ch" forName="Child1" refType="h" fact="0.1613"/>
              <dgm:constr type="w" for="ch" forName="Child1" refType="w" fact="0.4365"/>
              <dgm:constr type="h" for="ch" forName="Child1" refType="h" fact="0.7742"/>
              <dgm:constr type="l" for="ch" forName="Parent1" refType="w" fact="0"/>
              <dgm:constr type="t" for="ch" forName="Parent1" refType="h" fact="0.0323"/>
              <dgm:constr type="w" for="ch" forName="Parent1" refType="w" fact="0.5"/>
              <dgm:constr type="h" for="ch" forName="Parent1" refType="h" fact="0.129"/>
              <dgm:constr type="l" for="ch" forName="ChildAccent2" refType="w" fact="0.5"/>
              <dgm:constr type="t" for="ch" forName="ChildAccent2" refType="h" fact="0.1613"/>
              <dgm:constr type="w" for="ch" forName="ChildAccent2" refType="w" fact="0.5"/>
              <dgm:constr type="h" for="ch" forName="ChildAccent2" refType="h" fact="0.8387"/>
              <dgm:constr type="l" for="ch" forName="Child2" refType="w" fact="0.5635"/>
              <dgm:constr type="t" for="ch" forName="Child2" refType="h" fact="0.1613"/>
              <dgm:constr type="w" for="ch" forName="Child2" refType="w" fact="0.4365"/>
              <dgm:constr type="h" for="ch" forName="Child2" refType="h" fact="0.8387"/>
              <dgm:constr type="l" for="ch" forName="Parent2" refType="w" fact="0.5"/>
              <dgm:constr type="t" for="ch" forName="Parent2" refType="h" fact="0"/>
              <dgm:constr type="w" for="ch" forName="Parent2" refType="w" fact="0.5"/>
              <dgm:constr type="h" for="ch" forName="Parent2" refType="h" fact="0.1613"/>
            </dgm:constrLst>
          </dgm:if>
          <dgm:if name="Name6" axis="ch" ptType="node" func="cnt" op="equ" val="3">
            <dgm:alg type="composite">
              <dgm:param type="ar" val="1.1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ChildAccent1" refType="w" fact="0"/>
              <dgm:constr type="t" for="ch" forName="ChildAccent1" refType="h" fact="0.1757"/>
              <dgm:constr type="w" for="ch" forName="ChildAccent1" refType="w" fact="0.3333"/>
              <dgm:constr type="h" for="ch" forName="ChildAccent1" refType="h" fact="0.7066"/>
              <dgm:constr type="l" for="ch" forName="Child1" refType="w" fact="0.0423"/>
              <dgm:constr type="t" for="ch" forName="Child1" refType="h" fact="0.1757"/>
              <dgm:constr type="w" for="ch" forName="Child1" refType="w" fact="0.291"/>
              <dgm:constr type="h" for="ch" forName="Child1" refType="h" fact="0.7066"/>
              <dgm:constr type="l" for="ch" forName="Parent1" refType="w" fact="0"/>
              <dgm:constr type="t" for="ch" forName="Parent1" refType="h" fact="0.0579"/>
              <dgm:constr type="w" for="ch" forName="Parent1" refType="w" fact="0.3333"/>
              <dgm:constr type="h" for="ch" forName="Parent1" refType="h" fact="0.1178"/>
              <dgm:constr type="l" for="ch" forName="ChildAccent2" refType="w" fact="0.3333"/>
              <dgm:constr type="t" for="ch" forName="ChildAccent2" refType="h" fact="0.1757"/>
              <dgm:constr type="w" for="ch" forName="ChildAccent2" refType="w" fact="0.3333"/>
              <dgm:constr type="h" for="ch" forName="ChildAccent2" refType="h" fact="0.7655"/>
              <dgm:constr type="l" for="ch" forName="Child2" refType="w" fact="0.3756"/>
              <dgm:constr type="t" for="ch" forName="Child2" refType="h" fact="0.1757"/>
              <dgm:constr type="w" for="ch" forName="Child2" refType="w" fact="0.291"/>
              <dgm:constr type="h" for="ch" forName="Child2" refType="h" fact="0.7655"/>
              <dgm:constr type="l" for="ch" forName="Parent2" refType="w" fact="0.3333"/>
              <dgm:constr type="t" for="ch" forName="Parent2" refType="h" fact="0.0285"/>
              <dgm:constr type="w" for="ch" forName="Parent2" refType="w" fact="0.3333"/>
              <dgm:constr type="h" for="ch" forName="Parent2" refType="h" fact="0.1472"/>
              <dgm:constr type="l" for="ch" forName="ChildAccent3" refType="w" fact="0.6667"/>
              <dgm:constr type="t" for="ch" forName="ChildAccent3" refType="h" fact="0.1757"/>
              <dgm:constr type="w" for="ch" forName="ChildAccent3" refType="w" fact="0.3333"/>
              <dgm:constr type="h" for="ch" forName="ChildAccent3" refType="h" fact="0.8243"/>
              <dgm:constr type="l" for="ch" forName="Child3" refType="w" fact="0.709"/>
              <dgm:constr type="t" for="ch" forName="Child3" refType="h" fact="0.1757"/>
              <dgm:constr type="w" for="ch" forName="Child3" refType="w" fact="0.291"/>
              <dgm:constr type="h" for="ch" forName="Child3" refType="h" fact="0.8243"/>
              <dgm:constr type="l" for="ch" forName="Parent3" refType="w" fact="0.6667"/>
              <dgm:constr type="t" for="ch" forName="Parent3" refType="h" fact="0"/>
              <dgm:constr type="w" for="ch" forName="Parent3" refType="w" fact="0.3333"/>
              <dgm:constr type="h" for="ch" forName="Parent3" refType="h" fact="0.176"/>
            </dgm:constrLst>
          </dgm:if>
          <dgm:if name="Name7" axis="ch" ptType="node" func="cnt" op="equ" val="4">
            <dgm:alg type="composite">
              <dgm:param type="ar" val="1.362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ChildAccent1" refType="w" fact="0"/>
              <dgm:constr type="t" for="ch" forName="ChildAccent1" refType="h" fact="0.1892"/>
              <dgm:constr type="w" for="ch" forName="ChildAccent1" refType="w" fact="0.25"/>
              <dgm:constr type="h" for="ch" forName="ChildAccent1" refType="h" fact="0.6486"/>
              <dgm:constr type="l" for="ch" forName="Child1" refType="w" fact="0.0317"/>
              <dgm:constr type="t" for="ch" forName="Child1" refType="h" fact="0.1892"/>
              <dgm:constr type="w" for="ch" forName="Child1" refType="w" fact="0.2183"/>
              <dgm:constr type="h" for="ch" forName="Child1" refType="h" fact="0.6486"/>
              <dgm:constr type="l" for="ch" forName="Parent1" refType="w" fact="0"/>
              <dgm:constr type="t" for="ch" forName="Parent1" refType="h" fact="0.0811"/>
              <dgm:constr type="w" for="ch" forName="Parent1" refType="w" fact="0.25"/>
              <dgm:constr type="h" for="ch" forName="Parent1" refType="h" fact="0.1081"/>
              <dgm:constr type="l" for="ch" forName="ChildAccent2" refType="w" fact="0.25"/>
              <dgm:constr type="t" for="ch" forName="ChildAccent2" refType="h" fact="0.1892"/>
              <dgm:constr type="w" for="ch" forName="ChildAccent2" refType="w" fact="0.25"/>
              <dgm:constr type="h" for="ch" forName="ChildAccent2" refType="h" fact="0.7027"/>
              <dgm:constr type="l" for="ch" forName="Child2" refType="w" fact="0.2817"/>
              <dgm:constr type="t" for="ch" forName="Child2" refType="h" fact="0.1892"/>
              <dgm:constr type="w" for="ch" forName="Child2" refType="w" fact="0.2183"/>
              <dgm:constr type="h" for="ch" forName="Child2" refType="h" fact="0.7027"/>
              <dgm:constr type="l" for="ch" forName="Parent2" refType="w" fact="0.25"/>
              <dgm:constr type="t" for="ch" forName="Parent2" refType="h" fact="0.0541"/>
              <dgm:constr type="w" for="ch" forName="Parent2" refType="w" fact="0.25"/>
              <dgm:constr type="h" for="ch" forName="Parent2" refType="h" fact="0.1351"/>
              <dgm:constr type="l" for="ch" forName="ChildAccent3" refType="w" fact="0.5"/>
              <dgm:constr type="t" for="ch" forName="ChildAccent3" refType="h" fact="0.1892"/>
              <dgm:constr type="w" for="ch" forName="ChildAccent3" refType="w" fact="0.25"/>
              <dgm:constr type="h" for="ch" forName="ChildAccent3" refType="h" fact="0.7568"/>
              <dgm:constr type="l" for="ch" forName="Child3" refType="w" fact="0.5317"/>
              <dgm:constr type="t" for="ch" forName="Child3" refType="h" fact="0.1892"/>
              <dgm:constr type="w" for="ch" forName="Child3" refType="w" fact="0.2183"/>
              <dgm:constr type="h" for="ch" forName="Child3" refType="h" fact="0.7568"/>
              <dgm:constr type="l" for="ch" forName="Parent3" refType="w" fact="0.5"/>
              <dgm:constr type="t" for="ch" forName="Parent3" refType="h" fact="0.0275"/>
              <dgm:constr type="w" for="ch" forName="Parent3" refType="w" fact="0.25"/>
              <dgm:constr type="h" for="ch" forName="Parent3" refType="h" fact="0.1622"/>
              <dgm:constr type="l" for="ch" forName="ChildAccent4" refType="w" fact="0.75"/>
              <dgm:constr type="t" for="ch" forName="ChildAccent4" refType="h" fact="0.1892"/>
              <dgm:constr type="w" for="ch" forName="ChildAccent4" refType="w" fact="0.25"/>
              <dgm:constr type="h" for="ch" forName="ChildAccent4" refType="h" fact="0.8108"/>
              <dgm:constr type="l" for="ch" forName="Child4" refType="w" fact="0.7817"/>
              <dgm:constr type="t" for="ch" forName="Child4" refType="h" fact="0.1892"/>
              <dgm:constr type="w" for="ch" forName="Child4" refType="w" fact="0.2183"/>
              <dgm:constr type="h" for="ch" forName="Child4" refType="h" fact="0.8108"/>
              <dgm:constr type="l" for="ch" forName="Parent4" refType="w" fact="0.75"/>
              <dgm:constr type="t" for="ch" forName="Parent4" refType="h" fact="0"/>
              <dgm:constr type="w" for="ch" forName="Parent4" refType="w" fact="0.25"/>
              <dgm:constr type="h" for="ch" forName="Parent4" refType="h" fact="0.1892"/>
            </dgm:constrLst>
          </dgm:if>
          <dgm:if name="Name8" axis="ch" ptType="node" func="cnt" op="equ" val="5">
            <dgm:alg type="composite">
              <dgm:param type="ar" val="1.574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ChildAccent1" refType="w" fact="0"/>
              <dgm:constr type="t" for="ch" forName="ChildAccent1" refType="h" fact="0.2"/>
              <dgm:constr type="w" for="ch" forName="ChildAccent1" refType="w" fact="0.2001"/>
              <dgm:constr type="h" for="ch" forName="ChildAccent1" refType="h" fact="0.6"/>
              <dgm:constr type="l" for="ch" forName="Child1" refType="w" fact="0.0254"/>
              <dgm:constr type="t" for="ch" forName="Child1" refType="h" fact="0.2"/>
              <dgm:constr type="w" for="ch" forName="Child1" refType="w" fact="0.1747"/>
              <dgm:constr type="h" for="ch" forName="Child1" refType="h" fact="0.6"/>
              <dgm:constr type="l" for="ch" forName="Parent1" refType="w" fact="0"/>
              <dgm:constr type="t" for="ch" forName="Parent1" refType="h" fact="0.1"/>
              <dgm:constr type="w" for="ch" forName="Parent1" refType="w" fact="0.2001"/>
              <dgm:constr type="h" for="ch" forName="Parent1" refType="h" fact="0.1"/>
              <dgm:constr type="l" for="ch" forName="ChildAccent2" refType="w" fact="0.2001"/>
              <dgm:constr type="t" for="ch" forName="ChildAccent2" refType="h" fact="0.2"/>
              <dgm:constr type="w" for="ch" forName="ChildAccent2" refType="w" fact="0.2001"/>
              <dgm:constr type="h" for="ch" forName="ChildAccent2" refType="h" fact="0.65"/>
              <dgm:constr type="l" for="ch" forName="Child2" refType="w" fact="0.2255"/>
              <dgm:constr type="t" for="ch" forName="Child2" refType="h" fact="0.2"/>
              <dgm:constr type="w" for="ch" forName="Child2" refType="w" fact="0.1747"/>
              <dgm:constr type="h" for="ch" forName="Child2" refType="h" fact="0.65"/>
              <dgm:constr type="l" for="ch" forName="Parent2" refType="w" fact="0.2001"/>
              <dgm:constr type="t" for="ch" forName="Parent2" refType="h" fact="0.075"/>
              <dgm:constr type="w" for="ch" forName="Parent2" refType="w" fact="0.2001"/>
              <dgm:constr type="h" for="ch" forName="Parent2" refType="h" fact="0.125"/>
              <dgm:constr type="l" for="ch" forName="ChildAccent3" refType="w" fact="0.4002"/>
              <dgm:constr type="t" for="ch" forName="ChildAccent3" refType="h" fact="0.2"/>
              <dgm:constr type="w" for="ch" forName="ChildAccent3" refType="w" fact="0.2001"/>
              <dgm:constr type="h" for="ch" forName="ChildAccent3" refType="h" fact="0.7"/>
              <dgm:constr type="l" for="ch" forName="Child3" refType="w" fact="0.4256"/>
              <dgm:constr type="t" for="ch" forName="Child3" refType="h" fact="0.2"/>
              <dgm:constr type="w" for="ch" forName="Child3" refType="w" fact="0.1747"/>
              <dgm:constr type="h" for="ch" forName="Child3" refType="h" fact="0.7"/>
              <dgm:constr type="l" for="ch" forName="Parent3" refType="w" fact="0.4002"/>
              <dgm:constr type="t" for="ch" forName="Parent3" refType="h" fact="0.0508"/>
              <dgm:constr type="w" for="ch" forName="Parent3" refType="w" fact="0.2001"/>
              <dgm:constr type="h" for="ch" forName="Parent3" refType="h" fact="0.15"/>
              <dgm:constr type="l" for="ch" forName="ChildAccent4" refType="w" fact="0.6003"/>
              <dgm:constr type="t" for="ch" forName="ChildAccent4" refType="h" fact="0.2"/>
              <dgm:constr type="w" for="ch" forName="ChildAccent4" refType="w" fact="0.2001"/>
              <dgm:constr type="h" for="ch" forName="ChildAccent4" refType="h" fact="0.75"/>
              <dgm:constr type="l" for="ch" forName="Child4" refType="w" fact="0.6257"/>
              <dgm:constr type="t" for="ch" forName="Child4" refType="h" fact="0.2"/>
              <dgm:constr type="w" for="ch" forName="Child4" refType="w" fact="0.1747"/>
              <dgm:constr type="h" for="ch" forName="Child4" refType="h" fact="0.75"/>
              <dgm:constr type="l" for="ch" forName="Parent4" refType="w" fact="0.6003"/>
              <dgm:constr type="t" for="ch" forName="Parent4" refType="h" fact="0.025"/>
              <dgm:constr type="w" for="ch" forName="Parent4" refType="w" fact="0.2001"/>
              <dgm:constr type="h" for="ch" forName="Parent4" refType="h" fact="0.175"/>
              <dgm:constr type="l" for="ch" forName="ChildAccent5" refType="w" fact="0.7999"/>
              <dgm:constr type="t" for="ch" forName="ChildAccent5" refType="h" fact="0.2"/>
              <dgm:constr type="w" for="ch" forName="ChildAccent5" refType="w" fact="0.2001"/>
              <dgm:constr type="h" for="ch" forName="ChildAccent5" refType="h" fact="0.8"/>
              <dgm:constr type="l" for="ch" forName="Child5" refType="w" fact="0.8253"/>
              <dgm:constr type="t" for="ch" forName="Child5" refType="h" fact="0.2"/>
              <dgm:constr type="w" for="ch" forName="Child5" refType="w" fact="0.1747"/>
              <dgm:constr type="h" for="ch" forName="Child5" refType="h" fact="0.8"/>
              <dgm:constr type="l" for="ch" forName="Parent5" refType="w" fact="0.7999"/>
              <dgm:constr type="t" for="ch" forName="Parent5" refType="h" fact="0"/>
              <dgm:constr type="w" for="ch" forName="Parent5" refType="w" fact="0.2001"/>
              <dgm:constr type="h" for="ch" forName="Parent5" refType="h" fact="0.2"/>
            </dgm:constrLst>
          </dgm:if>
          <dgm:if name="Name9" axis="ch" ptType="node" func="cnt" op="equ" val="6">
            <dgm:alg type="composite">
              <dgm:param type="ar" val="1.756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ChildAccent1" refType="w" fact="0"/>
              <dgm:constr type="t" for="ch" forName="ChildAccent1" refType="h" fact="0.2087"/>
              <dgm:constr type="w" for="ch" forName="ChildAccent1" refType="w" fact="0.167"/>
              <dgm:constr type="h" for="ch" forName="ChildAccent1" refType="h" fact="0.5586"/>
              <dgm:constr type="l" for="ch" forName="Child1" refType="w" fact="0.0212"/>
              <dgm:constr type="t" for="ch" forName="Child1" refType="h" fact="0.2087"/>
              <dgm:constr type="w" for="ch" forName="Child1" refType="w" fact="0.1458"/>
              <dgm:constr type="h" for="ch" forName="Child1" refType="h" fact="0.5586"/>
              <dgm:constr type="l" for="ch" forName="Parent1" refType="w" fact="0"/>
              <dgm:constr type="t" for="ch" forName="Parent1" refType="h" fact="0.1156"/>
              <dgm:constr type="w" for="ch" forName="Parent1" refType="w" fact="0.167"/>
              <dgm:constr type="h" for="ch" forName="Parent1" refType="h" fact="0.0931"/>
              <dgm:constr type="l" for="ch" forName="ChildAccent2" refType="w" fact="0.167"/>
              <dgm:constr type="t" for="ch" forName="ChildAccent2" refType="h" fact="0.2087"/>
              <dgm:constr type="w" for="ch" forName="ChildAccent2" refType="w" fact="0.167"/>
              <dgm:constr type="h" for="ch" forName="ChildAccent2" refType="h" fact="0.6051"/>
              <dgm:constr type="l" for="ch" forName="Child2" refType="w" fact="0.1888"/>
              <dgm:constr type="t" for="ch" forName="Child2" refType="h" fact="0.2087"/>
              <dgm:constr type="w" for="ch" forName="Child2" refType="w" fact="0.1458"/>
              <dgm:constr type="h" for="ch" forName="Child2" refType="h" fact="0.6051"/>
              <dgm:constr type="l" for="ch" forName="Parent2" refType="w" fact="0.167"/>
              <dgm:constr type="t" for="ch" forName="Parent2" refType="h" fact="0.0923"/>
              <dgm:constr type="w" for="ch" forName="Parent2" refType="w" fact="0.167"/>
              <dgm:constr type="h" for="ch" forName="Parent2" refType="h" fact="0.1164"/>
              <dgm:constr type="l" for="ch" forName="ChildAccent3" refType="w" fact="0.3339"/>
              <dgm:constr type="t" for="ch" forName="ChildAccent3" refType="h" fact="0.2087"/>
              <dgm:constr type="w" for="ch" forName="ChildAccent3" refType="w" fact="0.167"/>
              <dgm:constr type="h" for="ch" forName="ChildAccent3" refType="h" fact="0.6517"/>
              <dgm:constr type="l" for="ch" forName="Child3" refType="w" fact="0.3551"/>
              <dgm:constr type="t" for="ch" forName="Child3" refType="h" fact="0.2087"/>
              <dgm:constr type="w" for="ch" forName="Child3" refType="w" fact="0.1458"/>
              <dgm:constr type="h" for="ch" forName="Child3" refType="h" fact="0.6517"/>
              <dgm:constr type="l" for="ch" forName="Parent3" refType="w" fact="0.3339"/>
              <dgm:constr type="t" for="ch" forName="Parent3" refType="h" fact="0.0698"/>
              <dgm:constr type="w" for="ch" forName="Parent3" refType="w" fact="0.167"/>
              <dgm:constr type="h" for="ch" forName="Parent3" refType="h" fact="0.1396"/>
              <dgm:constr type="l" for="ch" forName="ChildAccent4" refType="w" fact="0.5009"/>
              <dgm:constr type="t" for="ch" forName="ChildAccent4" refType="h" fact="0.2087"/>
              <dgm:constr type="w" for="ch" forName="ChildAccent4" refType="w" fact="0.167"/>
              <dgm:constr type="h" for="ch" forName="ChildAccent4" refType="h" fact="0.6982"/>
              <dgm:constr type="l" for="ch" forName="Child4" refType="w" fact="0.5221"/>
              <dgm:constr type="t" for="ch" forName="Child4" refType="h" fact="0.2087"/>
              <dgm:constr type="w" for="ch" forName="Child4" refType="w" fact="0.1458"/>
              <dgm:constr type="h" for="ch" forName="Child4" refType="h" fact="0.6982"/>
              <dgm:constr type="l" for="ch" forName="Parent4" refType="w" fact="0.501"/>
              <dgm:constr type="t" for="ch" forName="Parent4" refType="h" fact="0.0458"/>
              <dgm:constr type="w" for="ch" forName="Parent4" refType="w" fact="0.167"/>
              <dgm:constr type="h" for="ch" forName="Parent4" refType="h" fact="0.1629"/>
              <dgm:constr type="l" for="ch" forName="ChildAccent5" refType="w" fact="0.6674"/>
              <dgm:constr type="t" for="ch" forName="ChildAccent5" refType="h" fact="0.2087"/>
              <dgm:constr type="w" for="ch" forName="ChildAccent5" refType="w" fact="0.167"/>
              <dgm:constr type="h" for="ch" forName="ChildAccent5" refType="h" fact="0.7448"/>
              <dgm:constr type="l" for="ch" forName="Child5" refType="w" fact="0.6886"/>
              <dgm:constr type="t" for="ch" forName="Child5" refType="h" fact="0.2087"/>
              <dgm:constr type="w" for="ch" forName="Child5" refType="w" fact="0.1458"/>
              <dgm:constr type="h" for="ch" forName="Child5" refType="h" fact="0.7448"/>
              <dgm:constr type="l" for="ch" forName="Parent5" refType="w" fact="0.668"/>
              <dgm:constr type="t" for="ch" forName="Parent5" refType="h" fact="0.0225"/>
              <dgm:constr type="w" for="ch" forName="Parent5" refType="w" fact="0.167"/>
              <dgm:constr type="h" for="ch" forName="Parent5" refType="h" fact="0.1862"/>
              <dgm:constr type="l" for="ch" forName="ChildAccent6" refType="w" fact="0.833"/>
              <dgm:constr type="t" for="ch" forName="ChildAccent6" refType="h" fact="0.2087"/>
              <dgm:constr type="w" for="ch" forName="ChildAccent6" refType="w" fact="0.167"/>
              <dgm:constr type="h" for="ch" forName="ChildAccent6" refType="h" fact="0.7913"/>
              <dgm:constr type="l" for="ch" forName="Child6" refType="w" fact="0.8542"/>
              <dgm:constr type="t" for="ch" forName="Child6" refType="h" fact="0.2087"/>
              <dgm:constr type="w" for="ch" forName="Child6" refType="w" fact="0.1458"/>
              <dgm:constr type="h" for="ch" forName="Child6" refType="h" fact="0.7913"/>
              <dgm:constr type="l" for="ch" forName="Parent6" refType="w" fact="0.835"/>
              <dgm:constr type="t" for="ch" forName="Parent6" refType="h" fact="0"/>
              <dgm:constr type="w" for="ch" forName="Parent6" refType="w" fact="0.165"/>
              <dgm:constr type="h" for="ch" forName="Parent6" refType="h" fact="0.2095"/>
            </dgm:constrLst>
          </dgm:if>
          <dgm:else name="Name10">
            <dgm:alg type="composite">
              <dgm:param type="ar" val="1.91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ChildAccent1" refType="w" fact="0"/>
              <dgm:constr type="t" for="ch" forName="ChildAccent1" refType="h" fact="0.2168"/>
              <dgm:constr type="w" for="ch" forName="ChildAccent1" refType="w" fact="0.1432"/>
              <dgm:constr type="h" for="ch" forName="ChildAccent1" refType="h" fact="0.5221"/>
              <dgm:constr type="l" for="ch" forName="Child1" refType="w" fact="0.0182"/>
              <dgm:constr type="t" for="ch" forName="Child1" refType="h" fact="0.2168"/>
              <dgm:constr type="w" for="ch" forName="Child1" refType="w" fact="0.125"/>
              <dgm:constr type="h" for="ch" forName="Child1" refType="h" fact="0.5221"/>
              <dgm:constr type="l" for="ch" forName="Parent1" refType="w" fact="0"/>
              <dgm:constr type="t" for="ch" forName="Parent1" refType="h" fact="0.1298"/>
              <dgm:constr type="w" for="ch" forName="Parent1" refType="w" fact="0.1432"/>
              <dgm:constr type="h" for="ch" forName="Parent1" refType="h" fact="0.087"/>
              <dgm:constr type="l" for="ch" forName="ChildAccent2" refType="w" fact="0.1432"/>
              <dgm:constr type="t" for="ch" forName="ChildAccent2" refType="h" fact="0.2168"/>
              <dgm:constr type="w" for="ch" forName="ChildAccent2" refType="w" fact="0.1432"/>
              <dgm:constr type="h" for="ch" forName="ChildAccent2" refType="h" fact="0.5656"/>
              <dgm:constr type="l" for="ch" forName="Child2" refType="w" fact="0.1614"/>
              <dgm:constr type="t" for="ch" forName="Child2" refType="h" fact="0.2168"/>
              <dgm:constr type="w" for="ch" forName="Child2" refType="w" fact="0.125"/>
              <dgm:constr type="h" for="ch" forName="Child2" refType="h" fact="0.5656"/>
              <dgm:constr type="l" for="ch" forName="Parent2" refType="w" fact="0.1432"/>
              <dgm:constr type="t" for="ch" forName="Parent2" refType="h" fact="0.108"/>
              <dgm:constr type="w" for="ch" forName="Parent2" refType="w" fact="0.1432"/>
              <dgm:constr type="h" for="ch" forName="Parent2" refType="h" fact="0.1088"/>
              <dgm:constr type="l" for="ch" forName="ChildAccent3" refType="w" fact="0.2865"/>
              <dgm:constr type="t" for="ch" forName="ChildAccent3" refType="h" fact="0.2168"/>
              <dgm:constr type="w" for="ch" forName="ChildAccent3" refType="w" fact="0.1432"/>
              <dgm:constr type="h" for="ch" forName="ChildAccent3" refType="h" fact="0.6091"/>
              <dgm:constr type="l" for="ch" forName="Child3" refType="w" fact="0.3047"/>
              <dgm:constr type="t" for="ch" forName="Child3" refType="h" fact="0.2168"/>
              <dgm:constr type="w" for="ch" forName="Child3" refType="w" fact="0.125"/>
              <dgm:constr type="h" for="ch" forName="Child3" refType="h" fact="0.6091"/>
              <dgm:constr type="l" for="ch" forName="Parent3" refType="w" fact="0.2865"/>
              <dgm:constr type="t" for="ch" forName="Parent3" refType="h" fact="0.087"/>
              <dgm:constr type="w" for="ch" forName="Parent3" refType="w" fact="0.1432"/>
              <dgm:constr type="h" for="ch" forName="Parent3" refType="h" fact="0.1305"/>
              <dgm:constr type="l" for="ch" forName="ChildAccent4" refType="w" fact="0.4297"/>
              <dgm:constr type="t" for="ch" forName="ChildAccent4" refType="h" fact="0.2168"/>
              <dgm:constr type="w" for="ch" forName="ChildAccent4" refType="w" fact="0.1432"/>
              <dgm:constr type="h" for="ch" forName="ChildAccent4" refType="h" fact="0.6526"/>
              <dgm:constr type="l" for="ch" forName="Child4" refType="w" fact="0.4479"/>
              <dgm:constr type="t" for="ch" forName="Child4" refType="h" fact="0.2168"/>
              <dgm:constr type="w" for="ch" forName="Child4" refType="w" fact="0.125"/>
              <dgm:constr type="h" for="ch" forName="Child4" refType="h" fact="0.6526"/>
              <dgm:constr type="l" for="ch" forName="Parent4" refType="w" fact="0.4297"/>
              <dgm:constr type="t" for="ch" forName="Parent4" refType="h" fact="0.0645"/>
              <dgm:constr type="w" for="ch" forName="Parent4" refType="w" fact="0.1432"/>
              <dgm:constr type="h" for="ch" forName="Parent4" refType="h" fact="0.1523"/>
              <dgm:constr type="l" for="ch" forName="ChildAccent5" refType="w" fact="0.5726"/>
              <dgm:constr type="t" for="ch" forName="ChildAccent5" refType="h" fact="0.2168"/>
              <dgm:constr type="w" for="ch" forName="ChildAccent5" refType="w" fact="0.1432"/>
              <dgm:constr type="h" for="ch" forName="ChildAccent5" refType="h" fact="0.6962"/>
              <dgm:constr type="l" for="ch" forName="Child5" refType="w" fact="0.5908"/>
              <dgm:constr type="t" for="ch" forName="Child5" refType="h" fact="0.2168"/>
              <dgm:constr type="w" for="ch" forName="Child5" refType="w" fact="0.125"/>
              <dgm:constr type="h" for="ch" forName="Child5" refType="h" fact="0.6962"/>
              <dgm:constr type="l" for="ch" forName="Parent5" refType="w" fact="0.5726"/>
              <dgm:constr type="t" for="ch" forName="Parent5" refType="h" fact="0.0428"/>
              <dgm:constr type="w" for="ch" forName="Parent5" refType="w" fact="0.1432"/>
              <dgm:constr type="h" for="ch" forName="Parent5" refType="h" fact="0.174"/>
              <dgm:constr type="l" for="ch" forName="ChildAccent6" refType="w" fact="0.7147"/>
              <dgm:constr type="t" for="ch" forName="ChildAccent6" refType="h" fact="0.2168"/>
              <dgm:constr type="w" for="ch" forName="ChildAccent6" refType="w" fact="0.1432"/>
              <dgm:constr type="h" for="ch" forName="ChildAccent6" refType="h" fact="0.7397"/>
              <dgm:constr type="l" for="ch" forName="Child6" refType="w" fact="0.7329"/>
              <dgm:constr type="t" for="ch" forName="Child6" refType="h" fact="0.2168"/>
              <dgm:constr type="w" for="ch" forName="Child6" refType="w" fact="0.125"/>
              <dgm:constr type="h" for="ch" forName="Child6" refType="h" fact="0.7397"/>
              <dgm:constr type="l" for="ch" forName="Parent6" refType="w" fact="0.716"/>
              <dgm:constr type="t" for="ch" forName="Parent6" refType="h" fact="0.0217"/>
              <dgm:constr type="w" for="ch" forName="Parent6" refType="w" fact="0.1424"/>
              <dgm:constr type="h" for="ch" forName="Parent6" refType="h" fact="0.1958"/>
              <dgm:constr type="l" for="ch" forName="ChildAccent7" refType="w" fact="0.8568"/>
              <dgm:constr type="t" for="ch" forName="ChildAccent7" refType="h" fact="0.2168"/>
              <dgm:constr type="w" for="ch" forName="ChildAccent7" refType="w" fact="0.1432"/>
              <dgm:constr type="h" for="ch" forName="ChildAccent7" refType="h" fact="0.7832"/>
              <dgm:constr type="l" for="ch" forName="Child7" refType="w" fact="0.875"/>
              <dgm:constr type="t" for="ch" forName="Child7" refType="h" fact="0.2168"/>
              <dgm:constr type="w" for="ch" forName="Child7" refType="w" fact="0.125"/>
              <dgm:constr type="h" for="ch" forName="Child7" refType="h" fact="0.7832"/>
              <dgm:constr type="l" for="ch" forName="Parent7" refType="w" fact="0.8577"/>
              <dgm:constr type="t" for="ch" forName="Parent7" refType="h" fact="0"/>
              <dgm:constr type="w" for="ch" forName="Parent7" refType="w" fact="0.1423"/>
              <dgm:constr type="h" for="ch" forName="Parent7" refType="h" fact="0.2175"/>
            </dgm:constrLst>
          </dgm:else>
        </dgm:choose>
      </dgm:if>
      <dgm:else name="Name11">
        <dgm:choose name="Name12">
          <dgm:if name="Name13" axis="ch" ptType="node" func="cnt" op="equ" val="1">
            <dgm:alg type="composite">
              <dgm:param type="ar" val="0.4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Accent1" refType="w" fact="0"/>
              <dgm:constr type="t" for="ch" forName="ChildAccent1" refType="h" fact="0.1429"/>
              <dgm:constr type="w" for="ch" forName="ChildAccent1" refType="w"/>
              <dgm:constr type="h" for="ch" forName="ChildAccent1" refType="h" fact="0.8571"/>
              <dgm:constr type="l" for="ch" forName="Child1" refType="w" fact="0"/>
              <dgm:constr type="t" for="ch" forName="Child1" refType="h" fact="0.1429"/>
              <dgm:constr type="w" for="ch" forName="Child1" refType="w" fact="0.873"/>
              <dgm:constr type="h" for="ch" forName="Child1" refType="h" fact="0.8571"/>
              <dgm:constr type="l" for="ch" forName="Parent1" refType="w" fact="0"/>
              <dgm:constr type="t" for="ch" forName="Parent1" refType="h" fact="0"/>
              <dgm:constr type="w" for="ch" forName="Parent1" refType="w"/>
              <dgm:constr type="h" for="ch" forName="Parent1" refType="h" fact="0.1429"/>
            </dgm:constrLst>
          </dgm:if>
          <dgm:if name="Name14" axis="ch" ptType="node" func="cnt" op="equ" val="2">
            <dgm:alg type="composite">
              <dgm:param type="ar" val="0.8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Child2" refType="w" fact="0"/>
              <dgm:constr type="t" for="ch" forName="Child2" refType="h" fact="0.1613"/>
              <dgm:constr type="w" for="ch" forName="Child2" refType="w" fact="0.4365"/>
              <dgm:constr type="h" for="ch" forName="Child2" refType="h" fact="0.8387"/>
              <dgm:constr type="l" for="ch" forName="Child1" refType="w" fact="0.5"/>
              <dgm:constr type="t" for="ch" forName="Child1" refType="h" fact="0.1613"/>
              <dgm:constr type="w" for="ch" forName="Child1" refType="w" fact="0.4365"/>
              <dgm:constr type="h" for="ch" forName="Child1" refType="h" fact="0.7742"/>
              <dgm:constr type="l" for="ch" forName="ChildAccent1" refType="w" fact="0.5"/>
              <dgm:constr type="t" for="ch" forName="ChildAccent1" refType="h" fact="0.1613"/>
              <dgm:constr type="w" for="ch" forName="ChildAccent1" refType="w" fact="0.5"/>
              <dgm:constr type="h" for="ch" forName="ChildAccent1" refType="h" fact="0.7742"/>
              <dgm:constr type="l" for="ch" forName="Parent1" refType="w" fact="0.5"/>
              <dgm:constr type="t" for="ch" forName="Parent1" refType="h" fact="0.0323"/>
              <dgm:constr type="w" for="ch" forName="Parent1" refType="w" fact="0.5"/>
              <dgm:constr type="h" for="ch" forName="Parent1" refType="h" fact="0.129"/>
              <dgm:constr type="l" for="ch" forName="ChildAccent2" refType="w" fact="0"/>
              <dgm:constr type="t" for="ch" forName="ChildAccent2" refType="h" fact="0.1613"/>
              <dgm:constr type="w" for="ch" forName="ChildAccent2" refType="w" fact="0.5"/>
              <dgm:constr type="h" for="ch" forName="ChildAccent2" refType="h" fact="0.8387"/>
              <dgm:constr type="l" for="ch" forName="Parent2" refType="w" fact="0"/>
              <dgm:constr type="t" for="ch" forName="Parent2" refType="h" fact="0"/>
              <dgm:constr type="w" for="ch" forName="Parent2" refType="w" fact="0.5"/>
              <dgm:constr type="h" for="ch" forName="Parent2" refType="h" fact="0.1613"/>
            </dgm:constrLst>
          </dgm:if>
          <dgm:if name="Name15" axis="ch" ptType="node" func="cnt" op="equ" val="3">
            <dgm:alg type="composite">
              <dgm:param type="ar" val="1.1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Child3" refType="w" fact="0"/>
              <dgm:constr type="t" for="ch" forName="Child3" refType="h" fact="0.1757"/>
              <dgm:constr type="w" for="ch" forName="Child3" refType="w" fact="0.291"/>
              <dgm:constr type="h" for="ch" forName="Child3" refType="h" fact="0.8243"/>
              <dgm:constr type="l" for="ch" forName="Child2" refType="w" fact="0.3333"/>
              <dgm:constr type="t" for="ch" forName="Child2" refType="h" fact="0.1757"/>
              <dgm:constr type="w" for="ch" forName="Child2" refType="w" fact="0.291"/>
              <dgm:constr type="h" for="ch" forName="Child2" refType="h" fact="0.7655"/>
              <dgm:constr type="l" for="ch" forName="Child1" refType="w" fact="0.6667"/>
              <dgm:constr type="t" for="ch" forName="Child1" refType="h" fact="0.1757"/>
              <dgm:constr type="w" for="ch" forName="Child1" refType="w" fact="0.291"/>
              <dgm:constr type="h" for="ch" forName="Child1" refType="h" fact="0.7066"/>
              <dgm:constr type="l" for="ch" forName="ChildAccent1" refType="w" fact="0.6667"/>
              <dgm:constr type="t" for="ch" forName="ChildAccent1" refType="h" fact="0.1757"/>
              <dgm:constr type="w" for="ch" forName="ChildAccent1" refType="w" fact="0.3333"/>
              <dgm:constr type="h" for="ch" forName="ChildAccent1" refType="h" fact="0.7066"/>
              <dgm:constr type="l" for="ch" forName="Parent1" refType="w" fact="0.6667"/>
              <dgm:constr type="t" for="ch" forName="Parent1" refType="h" fact="0.0579"/>
              <dgm:constr type="w" for="ch" forName="Parent1" refType="w" fact="0.3333"/>
              <dgm:constr type="h" for="ch" forName="Parent1" refType="h" fact="0.1178"/>
              <dgm:constr type="l" for="ch" forName="ChildAccent2" refType="w" fact="0.3333"/>
              <dgm:constr type="t" for="ch" forName="ChildAccent2" refType="h" fact="0.1757"/>
              <dgm:constr type="w" for="ch" forName="ChildAccent2" refType="w" fact="0.3333"/>
              <dgm:constr type="h" for="ch" forName="ChildAccent2" refType="h" fact="0.7655"/>
              <dgm:constr type="l" for="ch" forName="Parent2" refType="w" fact="0.3333"/>
              <dgm:constr type="t" for="ch" forName="Parent2" refType="h" fact="0.0285"/>
              <dgm:constr type="w" for="ch" forName="Parent2" refType="w" fact="0.3333"/>
              <dgm:constr type="h" for="ch" forName="Parent2" refType="h" fact="0.1472"/>
              <dgm:constr type="l" for="ch" forName="ChildAccent3" refType="w" fact="0"/>
              <dgm:constr type="t" for="ch" forName="ChildAccent3" refType="h" fact="0.1757"/>
              <dgm:constr type="w" for="ch" forName="ChildAccent3" refType="w" fact="0.3333"/>
              <dgm:constr type="h" for="ch" forName="ChildAccent3" refType="h" fact="0.8243"/>
              <dgm:constr type="l" for="ch" forName="Parent3" refType="w" fact="0"/>
              <dgm:constr type="t" for="ch" forName="Parent3" refType="h" fact="0"/>
              <dgm:constr type="w" for="ch" forName="Parent3" refType="w" fact="0.3333"/>
              <dgm:constr type="h" for="ch" forName="Parent3" refType="h" fact="0.176"/>
            </dgm:constrLst>
          </dgm:if>
          <dgm:if name="Name16" axis="ch" ptType="node" func="cnt" op="equ" val="4">
            <dgm:alg type="composite">
              <dgm:param type="ar" val="1.362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Child4" refType="w" fact="0"/>
              <dgm:constr type="t" for="ch" forName="Child4" refType="h" fact="0.1892"/>
              <dgm:constr type="w" for="ch" forName="Child4" refType="w" fact="0.2183"/>
              <dgm:constr type="h" for="ch" forName="Child4" refType="h" fact="0.8108"/>
              <dgm:constr type="l" for="ch" forName="Child3" refType="w" fact="0.25"/>
              <dgm:constr type="t" for="ch" forName="Child3" refType="h" fact="0.1892"/>
              <dgm:constr type="w" for="ch" forName="Child3" refType="w" fact="0.2183"/>
              <dgm:constr type="h" for="ch" forName="Child3" refType="h" fact="0.7568"/>
              <dgm:constr type="l" for="ch" forName="Child2" refType="w" fact="0.5"/>
              <dgm:constr type="t" for="ch" forName="Child2" refType="h" fact="0.1892"/>
              <dgm:constr type="w" for="ch" forName="Child2" refType="w" fact="0.2183"/>
              <dgm:constr type="h" for="ch" forName="Child2" refType="h" fact="0.7027"/>
              <dgm:constr type="l" for="ch" forName="Child1" refType="w" fact="0.75"/>
              <dgm:constr type="t" for="ch" forName="Child1" refType="h" fact="0.1892"/>
              <dgm:constr type="w" for="ch" forName="Child1" refType="w" fact="0.2183"/>
              <dgm:constr type="h" for="ch" forName="Child1" refType="h" fact="0.6486"/>
              <dgm:constr type="l" for="ch" forName="ChildAccent1" refType="w" fact="0.75"/>
              <dgm:constr type="t" for="ch" forName="ChildAccent1" refType="h" fact="0.1892"/>
              <dgm:constr type="w" for="ch" forName="ChildAccent1" refType="w" fact="0.25"/>
              <dgm:constr type="h" for="ch" forName="ChildAccent1" refType="h" fact="0.6486"/>
              <dgm:constr type="l" for="ch" forName="Parent1" refType="w" fact="0.75"/>
              <dgm:constr type="t" for="ch" forName="Parent1" refType="h" fact="0.0811"/>
              <dgm:constr type="w" for="ch" forName="Parent1" refType="w" fact="0.25"/>
              <dgm:constr type="h" for="ch" forName="Parent1" refType="h" fact="0.1081"/>
              <dgm:constr type="l" for="ch" forName="ChildAccent2" refType="w" fact="0.5"/>
              <dgm:constr type="t" for="ch" forName="ChildAccent2" refType="h" fact="0.1892"/>
              <dgm:constr type="w" for="ch" forName="ChildAccent2" refType="w" fact="0.25"/>
              <dgm:constr type="h" for="ch" forName="ChildAccent2" refType="h" fact="0.7027"/>
              <dgm:constr type="l" for="ch" forName="Parent2" refType="w" fact="0.5"/>
              <dgm:constr type="t" for="ch" forName="Parent2" refType="h" fact="0.0541"/>
              <dgm:constr type="w" for="ch" forName="Parent2" refType="w" fact="0.25"/>
              <dgm:constr type="h" for="ch" forName="Parent2" refType="h" fact="0.1351"/>
              <dgm:constr type="l" for="ch" forName="ChildAccent3" refType="w" fact="0.25"/>
              <dgm:constr type="t" for="ch" forName="ChildAccent3" refType="h" fact="0.1892"/>
              <dgm:constr type="w" for="ch" forName="ChildAccent3" refType="w" fact="0.25"/>
              <dgm:constr type="h" for="ch" forName="ChildAccent3" refType="h" fact="0.7568"/>
              <dgm:constr type="l" for="ch" forName="Parent3" refType="w" fact="0.25"/>
              <dgm:constr type="t" for="ch" forName="Parent3" refType="h" fact="0.0279"/>
              <dgm:constr type="w" for="ch" forName="Parent3" refType="w" fact="0.25"/>
              <dgm:constr type="h" for="ch" forName="Parent3" refType="h" fact="0.161"/>
              <dgm:constr type="l" for="ch" forName="ChildAccent4" refType="w" fact="0"/>
              <dgm:constr type="t" for="ch" forName="ChildAccent4" refType="h" fact="0.1892"/>
              <dgm:constr type="w" for="ch" forName="ChildAccent4" refType="w" fact="0.25"/>
              <dgm:constr type="h" for="ch" forName="ChildAccent4" refType="h" fact="0.8108"/>
              <dgm:constr type="l" for="ch" forName="Parent4" refType="w" fact="0"/>
              <dgm:constr type="t" for="ch" forName="Parent4" refType="h" fact="0"/>
              <dgm:constr type="w" for="ch" forName="Parent4" refType="w" fact="0.25"/>
              <dgm:constr type="h" for="ch" forName="Parent4" refType="h" fact="0.1892"/>
            </dgm:constrLst>
          </dgm:if>
          <dgm:if name="Name17" axis="ch" ptType="node" func="cnt" op="equ" val="5">
            <dgm:alg type="composite">
              <dgm:param type="ar" val="1.574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Child5" refType="w" fact="0"/>
              <dgm:constr type="t" for="ch" forName="Child5" refType="h" fact="0.2"/>
              <dgm:constr type="w" for="ch" forName="Child5" refType="w" fact="0.1747"/>
              <dgm:constr type="h" for="ch" forName="Child5" refType="h" fact="0.8"/>
              <dgm:constr type="l" for="ch" forName="Child4" refType="w" fact="0.2001"/>
              <dgm:constr type="t" for="ch" forName="Child4" refType="h" fact="0.2"/>
              <dgm:constr type="w" for="ch" forName="Child4" refType="w" fact="0.1747"/>
              <dgm:constr type="h" for="ch" forName="Child4" refType="h" fact="0.75"/>
              <dgm:constr type="l" for="ch" forName="Child3" refType="w" fact="0.4002"/>
              <dgm:constr type="t" for="ch" forName="Child3" refType="h" fact="0.2"/>
              <dgm:constr type="w" for="ch" forName="Child3" refType="w" fact="0.1747"/>
              <dgm:constr type="h" for="ch" forName="Child3" refType="h" fact="0.7"/>
              <dgm:constr type="l" for="ch" forName="Child2" refType="w" fact="0.6003"/>
              <dgm:constr type="t" for="ch" forName="Child2" refType="h" fact="0.2"/>
              <dgm:constr type="w" for="ch" forName="Child2" refType="w" fact="0.1747"/>
              <dgm:constr type="h" for="ch" forName="Child2" refType="h" fact="0.65"/>
              <dgm:constr type="l" for="ch" forName="Child1" refType="w" fact="0.7999"/>
              <dgm:constr type="t" for="ch" forName="Child1" refType="h" fact="0.2"/>
              <dgm:constr type="w" for="ch" forName="Child1" refType="w" fact="0.1747"/>
              <dgm:constr type="h" for="ch" forName="Child1" refType="h" fact="0.6"/>
              <dgm:constr type="l" for="ch" forName="ChildAccent1" refType="w" fact="0.7999"/>
              <dgm:constr type="t" for="ch" forName="ChildAccent1" refType="h" fact="0.2"/>
              <dgm:constr type="w" for="ch" forName="ChildAccent1" refType="w" fact="0.2001"/>
              <dgm:constr type="h" for="ch" forName="ChildAccent1" refType="h" fact="0.6"/>
              <dgm:constr type="l" for="ch" forName="Parent1" refType="w" fact="0.7999"/>
              <dgm:constr type="t" for="ch" forName="Parent1" refType="h" fact="0.1"/>
              <dgm:constr type="w" for="ch" forName="Parent1" refType="w" fact="0.2001"/>
              <dgm:constr type="h" for="ch" forName="Parent1" refType="h" fact="0.1"/>
              <dgm:constr type="l" for="ch" forName="ChildAccent2" refType="w" fact="0.6003"/>
              <dgm:constr type="t" for="ch" forName="ChildAccent2" refType="h" fact="0.2"/>
              <dgm:constr type="w" for="ch" forName="ChildAccent2" refType="w" fact="0.2001"/>
              <dgm:constr type="h" for="ch" forName="ChildAccent2" refType="h" fact="0.65"/>
              <dgm:constr type="l" for="ch" forName="Parent2" refType="w" fact="0.6003"/>
              <dgm:constr type="t" for="ch" forName="Parent2" refType="h" fact="0.075"/>
              <dgm:constr type="w" for="ch" forName="Parent2" refType="w" fact="0.2001"/>
              <dgm:constr type="h" for="ch" forName="Parent2" refType="h" fact="0.125"/>
              <dgm:constr type="l" for="ch" forName="ChildAccent3" refType="w" fact="0.4002"/>
              <dgm:constr type="t" for="ch" forName="ChildAccent3" refType="h" fact="0.2"/>
              <dgm:constr type="w" for="ch" forName="ChildAccent3" refType="w" fact="0.2001"/>
              <dgm:constr type="h" for="ch" forName="ChildAccent3" refType="h" fact="0.7"/>
              <dgm:constr type="l" for="ch" forName="Parent3" refType="w" fact="0.4002"/>
              <dgm:constr type="t" for="ch" forName="Parent3" refType="h" fact="0.0508"/>
              <dgm:constr type="w" for="ch" forName="Parent3" refType="w" fact="0.2001"/>
              <dgm:constr type="h" for="ch" forName="Parent3" refType="h" fact="0.15"/>
              <dgm:constr type="l" for="ch" forName="ChildAccent4" refType="w" fact="0.2001"/>
              <dgm:constr type="t" for="ch" forName="ChildAccent4" refType="h" fact="0.2"/>
              <dgm:constr type="w" for="ch" forName="ChildAccent4" refType="w" fact="0.2001"/>
              <dgm:constr type="h" for="ch" forName="ChildAccent4" refType="h" fact="0.75"/>
              <dgm:constr type="l" for="ch" forName="Parent4" refType="w" fact="0.2001"/>
              <dgm:constr type="t" for="ch" forName="Parent4" refType="h" fact="0.025"/>
              <dgm:constr type="w" for="ch" forName="Parent4" refType="w" fact="0.2001"/>
              <dgm:constr type="h" for="ch" forName="Parent4" refType="h" fact="0.175"/>
              <dgm:constr type="l" for="ch" forName="ChildAccent5" refType="w" fact="0"/>
              <dgm:constr type="t" for="ch" forName="ChildAccent5" refType="h" fact="0.2"/>
              <dgm:constr type="w" for="ch" forName="ChildAccent5" refType="w" fact="0.2001"/>
              <dgm:constr type="h" for="ch" forName="ChildAccent5" refType="h" fact="0.8"/>
              <dgm:constr type="l" for="ch" forName="Parent5" refType="w" fact="0"/>
              <dgm:constr type="t" for="ch" forName="Parent5" refType="h" fact="0"/>
              <dgm:constr type="w" for="ch" forName="Parent5" refType="w" fact="0.2001"/>
              <dgm:constr type="h" for="ch" forName="Parent5" refType="h" fact="0.2"/>
            </dgm:constrLst>
          </dgm:if>
          <dgm:if name="Name18" axis="ch" ptType="node" func="cnt" op="equ" val="6">
            <dgm:alg type="composite">
              <dgm:param type="ar" val="1.756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Child6" refType="w" fact="0"/>
              <dgm:constr type="t" for="ch" forName="Child6" refType="h" fact="0.2087"/>
              <dgm:constr type="w" for="ch" forName="Child6" refType="w" fact="0.1458"/>
              <dgm:constr type="h" for="ch" forName="Child6" refType="h" fact="0.7913"/>
              <dgm:constr type="l" for="ch" forName="Child5" refType="w" fact="0.167"/>
              <dgm:constr type="t" for="ch" forName="Child5" refType="h" fact="0.2087"/>
              <dgm:constr type="w" for="ch" forName="Child5" refType="w" fact="0.1458"/>
              <dgm:constr type="h" for="ch" forName="Child5" refType="h" fact="0.7448"/>
              <dgm:constr type="l" for="ch" forName="Child4" refType="w" fact="0.3339"/>
              <dgm:constr type="t" for="ch" forName="Child4" refType="h" fact="0.2087"/>
              <dgm:constr type="w" for="ch" forName="Child4" refType="w" fact="0.1458"/>
              <dgm:constr type="h" for="ch" forName="Child4" refType="h" fact="0.6982"/>
              <dgm:constr type="l" for="ch" forName="Child3" refType="w" fact="0.5009"/>
              <dgm:constr type="t" for="ch" forName="Child3" refType="h" fact="0.2087"/>
              <dgm:constr type="w" for="ch" forName="Child3" refType="w" fact="0.1458"/>
              <dgm:constr type="h" for="ch" forName="Child3" refType="h" fact="0.6517"/>
              <dgm:constr type="l" for="ch" forName="Child2" refType="w" fact="0.6674"/>
              <dgm:constr type="t" for="ch" forName="Child2" refType="h" fact="0.2087"/>
              <dgm:constr type="w" for="ch" forName="Child2" refType="w" fact="0.1458"/>
              <dgm:constr type="h" for="ch" forName="Child2" refType="h" fact="0.6051"/>
              <dgm:constr type="l" for="ch" forName="Child1" refType="w" fact="0.833"/>
              <dgm:constr type="t" for="ch" forName="Child1" refType="h" fact="0.2087"/>
              <dgm:constr type="w" for="ch" forName="Child1" refType="w" fact="0.1458"/>
              <dgm:constr type="h" for="ch" forName="Child1" refType="h" fact="0.5586"/>
              <dgm:constr type="l" for="ch" forName="ChildAccent1" refType="w" fact="0.833"/>
              <dgm:constr type="t" for="ch" forName="ChildAccent1" refType="h" fact="0.2087"/>
              <dgm:constr type="w" for="ch" forName="ChildAccent1" refType="w" fact="0.167"/>
              <dgm:constr type="h" for="ch" forName="ChildAccent1" refType="h" fact="0.5586"/>
              <dgm:constr type="l" for="ch" forName="Parent1" refType="w" fact="0.833"/>
              <dgm:constr type="t" for="ch" forName="Parent1" refType="h" fact="0.1156"/>
              <dgm:constr type="w" for="ch" forName="Parent1" refType="w" fact="0.167"/>
              <dgm:constr type="h" for="ch" forName="Parent1" refType="h" fact="0.0931"/>
              <dgm:constr type="l" for="ch" forName="ChildAccent2" refType="w" fact="0.6674"/>
              <dgm:constr type="t" for="ch" forName="ChildAccent2" refType="h" fact="0.2087"/>
              <dgm:constr type="w" for="ch" forName="ChildAccent2" refType="w" fact="0.167"/>
              <dgm:constr type="h" for="ch" forName="ChildAccent2" refType="h" fact="0.6051"/>
              <dgm:constr type="l" for="ch" forName="Parent2" refType="w" fact="0.6674"/>
              <dgm:constr type="t" for="ch" forName="Parent2" refType="h" fact="0.0923"/>
              <dgm:constr type="w" for="ch" forName="Parent2" refType="w" fact="0.165"/>
              <dgm:constr type="h" for="ch" forName="Parent2" refType="h" fact="0.1164"/>
              <dgm:constr type="l" for="ch" forName="ChildAccent3" refType="w" fact="0.5009"/>
              <dgm:constr type="t" for="ch" forName="ChildAccent3" refType="h" fact="0.2087"/>
              <dgm:constr type="w" for="ch" forName="ChildAccent3" refType="w" fact="0.167"/>
              <dgm:constr type="h" for="ch" forName="ChildAccent3" refType="h" fact="0.6517"/>
              <dgm:constr type="l" for="ch" forName="Parent3" refType="w" fact="0.5009"/>
              <dgm:constr type="t" for="ch" forName="Parent3" refType="h" fact="0.0698"/>
              <dgm:constr type="w" for="ch" forName="Parent3" refType="w" fact="0.166"/>
              <dgm:constr type="h" for="ch" forName="Parent3" refType="h" fact="0.1396"/>
              <dgm:constr type="l" for="ch" forName="ChildAccent4" refType="w" fact="0.3339"/>
              <dgm:constr type="t" for="ch" forName="ChildAccent4" refType="h" fact="0.2087"/>
              <dgm:constr type="w" for="ch" forName="ChildAccent4" refType="w" fact="0.167"/>
              <dgm:constr type="h" for="ch" forName="ChildAccent4" refType="h" fact="0.6982"/>
              <dgm:constr type="l" for="ch" forName="Parent4" refType="w" fact="0.3339"/>
              <dgm:constr type="t" for="ch" forName="Parent4" refType="h" fact="0.0458"/>
              <dgm:constr type="w" for="ch" forName="Parent4" refType="w" fact="0.167"/>
              <dgm:constr type="h" for="ch" forName="Parent4" refType="h" fact="0.1629"/>
              <dgm:constr type="l" for="ch" forName="ChildAccent5" refType="w" fact="0.167"/>
              <dgm:constr type="t" for="ch" forName="ChildAccent5" refType="h" fact="0.2087"/>
              <dgm:constr type="w" for="ch" forName="ChildAccent5" refType="w" fact="0.167"/>
              <dgm:constr type="h" for="ch" forName="ChildAccent5" refType="h" fact="0.7448"/>
              <dgm:constr type="l" for="ch" forName="Parent5" refType="w" fact="0.167"/>
              <dgm:constr type="t" for="ch" forName="Parent5" refType="h" fact="0.0225"/>
              <dgm:constr type="w" for="ch" forName="Parent5" refType="w" fact="0.167"/>
              <dgm:constr type="h" for="ch" forName="Parent5" refType="h" fact="0.1862"/>
              <dgm:constr type="l" for="ch" forName="ChildAccent6" refType="w" fact="0"/>
              <dgm:constr type="t" for="ch" forName="ChildAccent6" refType="h" fact="0.2087"/>
              <dgm:constr type="w" for="ch" forName="ChildAccent6" refType="w" fact="0.167"/>
              <dgm:constr type="h" for="ch" forName="ChildAccent6" refType="h" fact="0.7913"/>
              <dgm:constr type="l" for="ch" forName="Parent6" refType="w" fact="0"/>
              <dgm:constr type="t" for="ch" forName="Parent6" refType="h" fact="0"/>
              <dgm:constr type="w" for="ch" forName="Parent6" refType="w" fact="0.167"/>
              <dgm:constr type="h" for="ch" forName="Parent6" refType="h" fact="0.2095"/>
            </dgm:constrLst>
          </dgm:if>
          <dgm:else name="Name19">
            <dgm:alg type="composite">
              <dgm:param type="ar" val="1.91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Child7" refType="w" fact="0"/>
              <dgm:constr type="t" for="ch" forName="Child7" refType="h" fact="0.2168"/>
              <dgm:constr type="w" for="ch" forName="Child7" refType="w" fact="0.125"/>
              <dgm:constr type="h" for="ch" forName="Child7" refType="h" fact="0.7832"/>
              <dgm:constr type="l" for="ch" forName="Child6" refType="w" fact="0.1432"/>
              <dgm:constr type="t" for="ch" forName="Child6" refType="h" fact="0.2168"/>
              <dgm:constr type="w" for="ch" forName="Child6" refType="w" fact="0.125"/>
              <dgm:constr type="h" for="ch" forName="Child6" refType="h" fact="0.7397"/>
              <dgm:constr type="l" for="ch" forName="Child5" refType="w" fact="0.2865"/>
              <dgm:constr type="t" for="ch" forName="Child5" refType="h" fact="0.2168"/>
              <dgm:constr type="w" for="ch" forName="Child5" refType="w" fact="0.125"/>
              <dgm:constr type="h" for="ch" forName="Child5" refType="h" fact="0.6962"/>
              <dgm:constr type="l" for="ch" forName="Child4" refType="w" fact="0.4297"/>
              <dgm:constr type="t" for="ch" forName="Child4" refType="h" fact="0.2168"/>
              <dgm:constr type="w" for="ch" forName="Child4" refType="w" fact="0.125"/>
              <dgm:constr type="h" for="ch" forName="Child4" refType="h" fact="0.6526"/>
              <dgm:constr type="l" for="ch" forName="Child3" refType="w" fact="0.5726"/>
              <dgm:constr type="t" for="ch" forName="Child3" refType="h" fact="0.2168"/>
              <dgm:constr type="w" for="ch" forName="Child3" refType="w" fact="0.125"/>
              <dgm:constr type="h" for="ch" forName="Child3" refType="h" fact="0.6091"/>
              <dgm:constr type="l" for="ch" forName="Child2" refType="w" fact="0.7147"/>
              <dgm:constr type="t" for="ch" forName="Child2" refType="h" fact="0.2168"/>
              <dgm:constr type="w" for="ch" forName="Child2" refType="w" fact="0.125"/>
              <dgm:constr type="h" for="ch" forName="Child2" refType="h" fact="0.5656"/>
              <dgm:constr type="l" for="ch" forName="Child1" refType="w" fact="0.8568"/>
              <dgm:constr type="t" for="ch" forName="Child1" refType="h" fact="0.2168"/>
              <dgm:constr type="w" for="ch" forName="Child1" refType="w" fact="0.125"/>
              <dgm:constr type="h" for="ch" forName="Child1" refType="h" fact="0.5221"/>
              <dgm:constr type="l" for="ch" forName="ChildAccent1" refType="w" fact="0.8568"/>
              <dgm:constr type="t" for="ch" forName="ChildAccent1" refType="h" fact="0.2168"/>
              <dgm:constr type="w" for="ch" forName="ChildAccent1" refType="w" fact="0.1432"/>
              <dgm:constr type="h" for="ch" forName="ChildAccent1" refType="h" fact="0.5221"/>
              <dgm:constr type="l" for="ch" forName="Parent1" refType="w" fact="0.8568"/>
              <dgm:constr type="t" for="ch" forName="Parent1" refType="h" fact="0.1298"/>
              <dgm:constr type="w" for="ch" forName="Parent1" refType="w" fact="0.1432"/>
              <dgm:constr type="h" for="ch" forName="Parent1" refType="h" fact="0.087"/>
              <dgm:constr type="l" for="ch" forName="ChildAccent2" refType="w" fact="0.7147"/>
              <dgm:constr type="t" for="ch" forName="ChildAccent2" refType="h" fact="0.2168"/>
              <dgm:constr type="w" for="ch" forName="ChildAccent2" refType="w" fact="0.1432"/>
              <dgm:constr type="h" for="ch" forName="ChildAccent2" refType="h" fact="0.5656"/>
              <dgm:constr type="l" for="ch" forName="Parent2" refType="w" fact="0.7147"/>
              <dgm:constr type="t" for="ch" forName="Parent2" refType="h" fact="0.108"/>
              <dgm:constr type="w" for="ch" forName="Parent2" refType="w" fact="0.1425"/>
              <dgm:constr type="h" for="ch" forName="Parent2" refType="h" fact="0.1088"/>
              <dgm:constr type="l" for="ch" forName="ChildAccent3" refType="w" fact="0.5726"/>
              <dgm:constr type="t" for="ch" forName="ChildAccent3" refType="h" fact="0.2168"/>
              <dgm:constr type="w" for="ch" forName="ChildAccent3" refType="w" fact="0.1432"/>
              <dgm:constr type="h" for="ch" forName="ChildAccent3" refType="h" fact="0.6091"/>
              <dgm:constr type="l" for="ch" forName="Parent3" refType="w" fact="0.5726"/>
              <dgm:constr type="t" for="ch" forName="Parent3" refType="h" fact="0.087"/>
              <dgm:constr type="w" for="ch" forName="Parent3" refType="w" fact="0.142"/>
              <dgm:constr type="h" for="ch" forName="Parent3" refType="h" fact="0.1305"/>
              <dgm:constr type="l" for="ch" forName="ChildAccent4" refType="w" fact="0.4297"/>
              <dgm:constr type="t" for="ch" forName="ChildAccent4" refType="h" fact="0.2168"/>
              <dgm:constr type="w" for="ch" forName="ChildAccent4" refType="w" fact="0.1432"/>
              <dgm:constr type="h" for="ch" forName="ChildAccent4" refType="h" fact="0.6526"/>
              <dgm:constr type="l" for="ch" forName="Parent4" refType="w" fact="0.4297"/>
              <dgm:constr type="t" for="ch" forName="Parent4" refType="h" fact="0.0645"/>
              <dgm:constr type="w" for="ch" forName="Parent4" refType="w" fact="0.1432"/>
              <dgm:constr type="h" for="ch" forName="Parent4" refType="h" fact="0.1523"/>
              <dgm:constr type="l" for="ch" forName="ChildAccent5" refType="w" fact="0.2865"/>
              <dgm:constr type="t" for="ch" forName="ChildAccent5" refType="h" fact="0.2168"/>
              <dgm:constr type="w" for="ch" forName="ChildAccent5" refType="w" fact="0.1432"/>
              <dgm:constr type="h" for="ch" forName="ChildAccent5" refType="h" fact="0.6962"/>
              <dgm:constr type="l" for="ch" forName="Parent5" refType="w" fact="0.2865"/>
              <dgm:constr type="t" for="ch" forName="Parent5" refType="h" fact="0.0428"/>
              <dgm:constr type="w" for="ch" forName="Parent5" refType="w" fact="0.1432"/>
              <dgm:constr type="h" for="ch" forName="Parent5" refType="h" fact="0.174"/>
              <dgm:constr type="l" for="ch" forName="ChildAccent6" refType="w" fact="0.1432"/>
              <dgm:constr type="t" for="ch" forName="ChildAccent6" refType="h" fact="0.2168"/>
              <dgm:constr type="w" for="ch" forName="ChildAccent6" refType="w" fact="0.1432"/>
              <dgm:constr type="h" for="ch" forName="ChildAccent6" refType="h" fact="0.7397"/>
              <dgm:constr type="l" for="ch" forName="Parent6" refType="w" fact="0.1432"/>
              <dgm:constr type="t" for="ch" forName="Parent6" refType="h" fact="0.0217"/>
              <dgm:constr type="w" for="ch" forName="Parent6" refType="w" fact="0.1432"/>
              <dgm:constr type="h" for="ch" forName="Parent6" refType="h" fact="0.1958"/>
              <dgm:constr type="l" for="ch" forName="ChildAccent7" refType="w" fact="0"/>
              <dgm:constr type="t" for="ch" forName="ChildAccent7" refType="h" fact="0.2168"/>
              <dgm:constr type="w" for="ch" forName="ChildAccent7" refType="w" fact="0.1432"/>
              <dgm:constr type="h" for="ch" forName="ChildAccent7" refType="h" fact="0.7832"/>
              <dgm:constr type="l" for="ch" forName="Parent7" refType="w" fact="0"/>
              <dgm:constr type="t" for="ch" forName="Parent7" refType="h" fact="0"/>
              <dgm:constr type="w" for="ch" forName="Parent7" refType="w" fact="0.1432"/>
              <dgm:constr type="h" for="ch" forName="Parent7" refType="h" fact="0.2175"/>
            </dgm:constrLst>
          </dgm:else>
        </dgm:choose>
      </dgm:else>
    </dgm:choose>
    <dgm:forEach name="wrapper" axis="self" ptType="parTrans">
      <dgm:forEach name="accentRepeat" axis="self">
        <dgm:layoutNode name="ChildAccent" styleLbl="alignImgPlace1">
          <dgm:alg type="sp"/>
          <dgm:choose name="Name20">
            <dgm:if name="Name21" axis="followSib" ptType="node" func="cnt" op="equ" val="0">
              <dgm:shape xmlns:r="http://schemas.openxmlformats.org/officeDocument/2006/relationships" type="wedgeRectCallout" r:blip="">
                <dgm:adjLst>
                  <dgm:adj idx="1" val="0"/>
                  <dgm:adj idx="2" val="0"/>
                </dgm:adjLst>
              </dgm:shape>
            </dgm:if>
            <dgm:else name="Name22">
              <dgm:choose name="Name23">
                <dgm:if name="Name24" axis="precedSib" ptType="node" func="cnt" op="equ" val="6">
                  <dgm:shape xmlns:r="http://schemas.openxmlformats.org/officeDocument/2006/relationships" type="wedgeRectCallout" r:blip="">
                    <dgm:adjLst>
                      <dgm:adj idx="1" val="0"/>
                      <dgm:adj idx="2" val="0"/>
                    </dgm:adjLst>
                  </dgm:shape>
                </dgm:if>
                <dgm:else name="Name25">
                  <dgm:choose name="Name26">
                    <dgm:if name="Name27" func="var" arg="dir" op="equ" val="norm">
                      <dgm:shape xmlns:r="http://schemas.openxmlformats.org/officeDocument/2006/relationships" type="wedgeRectCallout" r:blip="">
                        <dgm:adjLst>
                          <dgm:adj idx="1" val="0.625"/>
                          <dgm:adj idx="2" val="0.2083"/>
                        </dgm:adjLst>
                      </dgm:shape>
                    </dgm:if>
                    <dgm:else name="Name28">
                      <dgm:shape xmlns:r="http://schemas.openxmlformats.org/officeDocument/2006/relationships" type="wedgeRectCallout" r:blip="">
                        <dgm:adjLst>
                          <dgm:adj idx="1" val="-0.625"/>
                          <dgm:adj idx="2" val="0.2083"/>
                        </dgm:adjLst>
                      </dgm:shape>
                    </dgm:else>
                  </dgm:choose>
                </dgm:else>
              </dgm:choose>
            </dgm:else>
          </dgm:choose>
          <dgm:presOf axis="des" ptType="node"/>
        </dgm:layoutNode>
      </dgm:forEach>
    </dgm:forEach>
    <dgm:forEach name="Name29" axis="ch" ptType="node" st="7" cnt="1">
      <dgm:layoutNode name="ChildAccent7">
        <dgm:alg type="sp"/>
        <dgm:shape xmlns:r="http://schemas.openxmlformats.org/officeDocument/2006/relationships" r:blip="">
          <dgm:adjLst/>
        </dgm:shape>
        <dgm:presOf/>
        <dgm:constrLst/>
        <dgm:forEach name="Name30" ref="accentRepeat"/>
      </dgm:layoutNode>
      <dgm:layoutNode name="Child7" styleLbl="revTx">
        <dgm:varLst>
          <dgm:chMax val="0"/>
          <dgm:chPref val="0"/>
          <dgm:bulletEnabled val="1"/>
        </dgm:varLst>
        <dgm:choose name="Name31">
          <dgm:if name="Name3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3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7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34" axis="ch" ptType="node" st="6" cnt="1">
      <dgm:layoutNode name="ChildAccent6">
        <dgm:alg type="sp"/>
        <dgm:shape xmlns:r="http://schemas.openxmlformats.org/officeDocument/2006/relationships" r:blip="">
          <dgm:adjLst/>
        </dgm:shape>
        <dgm:presOf/>
        <dgm:constrLst/>
        <dgm:forEach name="Name35" ref="accentRepeat"/>
      </dgm:layoutNode>
      <dgm:layoutNode name="Child6" styleLbl="revTx">
        <dgm:varLst>
          <dgm:chMax val="0"/>
          <dgm:chPref val="0"/>
          <dgm:bulletEnabled val="1"/>
        </dgm:varLst>
        <dgm:choose name="Name36">
          <dgm:if name="Name3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3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6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39" axis="ch" ptType="node" st="5" cnt="1">
      <dgm:layoutNode name="ChildAccent5">
        <dgm:alg type="sp"/>
        <dgm:shape xmlns:r="http://schemas.openxmlformats.org/officeDocument/2006/relationships" r:blip="">
          <dgm:adjLst/>
        </dgm:shape>
        <dgm:presOf/>
        <dgm:constrLst/>
        <dgm:forEach name="Name40" ref="accentRepeat"/>
      </dgm:layoutNode>
      <dgm:layoutNode name="Child5" styleLbl="revTx">
        <dgm:varLst>
          <dgm:chMax val="0"/>
          <dgm:chPref val="0"/>
          <dgm:bulletEnabled val="1"/>
        </dgm:varLst>
        <dgm:choose name="Name41">
          <dgm:if name="Name4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4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5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44" axis="ch" ptType="node" st="4" cnt="1">
      <dgm:layoutNode name="ChildAccent4">
        <dgm:alg type="sp"/>
        <dgm:shape xmlns:r="http://schemas.openxmlformats.org/officeDocument/2006/relationships" r:blip="">
          <dgm:adjLst/>
        </dgm:shape>
        <dgm:presOf/>
        <dgm:constrLst/>
        <dgm:forEach name="Name45" ref="accentRepeat"/>
      </dgm:layoutNode>
      <dgm:layoutNode name="Child4" styleLbl="revTx">
        <dgm:varLst>
          <dgm:chMax val="0"/>
          <dgm:chPref val="0"/>
          <dgm:bulletEnabled val="1"/>
        </dgm:varLst>
        <dgm:choose name="Name46">
          <dgm:if name="Name4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4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4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49" axis="ch" ptType="node" st="3" cnt="1">
      <dgm:layoutNode name="ChildAccent3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Child3" styleLbl="revTx">
        <dgm:varLst>
          <dgm:chMax val="0"/>
          <dgm:chPref val="0"/>
          <dgm:bulletEnabled val="1"/>
        </dgm:varLst>
        <dgm:choose name="Name51">
          <dgm:if name="Name5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5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3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54" axis="ch" ptType="node" st="2" cnt="1">
      <dgm:layoutNode name="ChildAccent2">
        <dgm:alg type="sp"/>
        <dgm:shape xmlns:r="http://schemas.openxmlformats.org/officeDocument/2006/relationships" r:blip="">
          <dgm:adjLst/>
        </dgm:shape>
        <dgm:presOf/>
        <dgm:constrLst/>
        <dgm:forEach name="Name55" ref="accentRepeat"/>
      </dgm:layoutNode>
      <dgm:layoutNode name="Child2" styleLbl="revTx">
        <dgm:varLst>
          <dgm:chMax val="0"/>
          <dgm:chPref val="0"/>
          <dgm:bulletEnabled val="1"/>
        </dgm:varLst>
        <dgm:choose name="Name56">
          <dgm:if name="Name5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5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2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59" axis="ch" ptType="node" cnt="1">
      <dgm:layoutNode name="ChildAccent1">
        <dgm:alg type="sp"/>
        <dgm:shape xmlns:r="http://schemas.openxmlformats.org/officeDocument/2006/relationships" r:blip="">
          <dgm:adjLst/>
        </dgm:shape>
        <dgm:presOf/>
        <dgm:constrLst/>
        <dgm:forEach name="Name60" ref="accentRepeat"/>
      </dgm:layoutNode>
      <dgm:layoutNode name="Child1" styleLbl="revTx">
        <dgm:varLst>
          <dgm:chMax val="0"/>
          <dgm:chPref val="0"/>
          <dgm:bulletEnabled val="1"/>
        </dgm:varLst>
        <dgm:choose name="Name61">
          <dgm:if name="Name6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6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1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8B91F7-0A31-4809-8E31-54F32ACD1E72}" type="datetimeFigureOut">
              <a:rPr lang="en-GB" smtClean="0"/>
              <a:t>23/04/2026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5A70FC-228F-4487-8E14-68CAD584041B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764507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815565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456346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EB448-544F-1163-CF6D-D801EF6DAB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240B45-37FF-28D2-69C1-D8842A0F2E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61B0F3-96B9-62B2-E1C5-4D3D4823B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6083A-C1B7-4B46-82C5-289BB6E6D5A4}" type="datetime1">
              <a:rPr lang="en-IN" smtClean="0"/>
              <a:t>23-04-2026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DB3F67-E836-5AA2-B32D-A0C3A9333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EEA5E-DC19-ABCD-6267-C545BA777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69472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50CDE-F21A-AC1C-7DD9-906370B0F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139EE0-A89B-B238-94A4-DB32BBD14E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BAB674-71DE-8BA7-9D0E-C99F6B3C0F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009650" cy="365125"/>
          </a:xfrm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64BFFB7-4443-4602-A990-B076C1CFE86C}" type="datetime1">
              <a:rPr lang="en-IN" smtClean="0"/>
              <a:pPr/>
              <a:t>23-04-2026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2554B-0ACB-E334-5BBE-7A83BFE37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F062A5-E36B-5C05-6C36-F8372F2C1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0550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2CC90-B089-5E25-D480-B40D5123B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671185-327E-E435-EB8B-F143CAF78D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ADDF86-F686-ACE8-6852-5CEADD9A2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E8F52-857A-4C89-954C-57943DB51290}" type="datetime1">
              <a:rPr lang="en-IN" smtClean="0"/>
              <a:t>23-04-2026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58F106-1FED-5AA1-CFDF-7FE210507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45F0D7-F550-D351-1F6B-36B665CA0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5203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98191-3055-3CE7-ABAB-BF5225568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07F01E-C1BB-CFE3-1062-5A8CAD20F5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0F16ED-635D-3C12-AE3C-37A43EAF14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80B84D-A3CA-9B7E-B7BB-4C18C1812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D7B4D-DDD6-4CA2-87A0-9BDD5E5268EC}" type="datetime1">
              <a:rPr lang="en-IN" smtClean="0"/>
              <a:t>23-04-2026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881B66-06CA-0AE9-B95B-21A45DC5B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B7665D-74F3-FC85-8C37-77F440223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797023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1306E-11E1-8AB1-AF32-6F074D3C8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8E7AAE-4628-F916-89C8-10A970EC98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D7C0B7-4F02-5995-1FB1-8FB2DD1259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504026-A61A-C06F-3EA6-94F595A473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FF7FD0-380B-75A4-D9B0-F7EBC341DD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0AA233-A9EB-E98D-4DDF-BC4B72808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0D9E5-0635-43A8-8973-488E7408FAF7}" type="datetime1">
              <a:rPr lang="en-IN" smtClean="0"/>
              <a:t>23-04-2026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5E8074-1361-E322-F42C-F5D714099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B9FECA-EE46-D87A-F259-E8022C362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63430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B92FB-DA41-9013-AE3A-5882CEEE8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2620A1-C0CA-1D0E-E85E-5C1326F8C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0CEA8-D591-4CC9-939A-A3BE6FD93E89}" type="datetime1">
              <a:rPr lang="en-IN" smtClean="0"/>
              <a:t>23-04-2026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3BD8B1-5363-075D-CDCC-8CAC0A6A7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E4555F-1DC7-94CF-74D7-21521EE93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6821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497F04-5F5B-E4F7-0A48-A1FBAC01C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E2297-DC8B-48E6-B6D6-34773F9A5984}" type="datetime1">
              <a:rPr lang="en-IN" smtClean="0"/>
              <a:t>23-04-2026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DCC3BA-DF88-8CE4-AB31-983A3C796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17982A-25A2-0FA2-0BC4-48C8775F8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38426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17936-1384-3D53-34C7-E638688EF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108029-8ADE-BDA5-4C8D-31C3615564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6CB47A-C96A-8918-E1EB-9A8DBEC727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65CB0D-C5CF-96B6-5923-222D7E403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2A547-6E4B-4188-9BD5-035CB9C4BCC5}" type="datetime1">
              <a:rPr lang="en-IN" smtClean="0"/>
              <a:t>23-04-2026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A0E17E-D21B-9F95-DB42-019C9AB18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31A4E0-3F3F-3857-C2B7-EEDD3DF99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39216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EDF05-F2AE-B072-8E2E-CB4CF5B08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0EF8F1-DFA6-282F-E8CD-83826A12E4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808D68-B430-9A5B-4A9B-8549EA20AC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002EBD-67C3-A4B8-A83C-896997C53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06E29-16A1-4AAE-B55B-4E3DB7265605}" type="datetime1">
              <a:rPr lang="en-IN" smtClean="0"/>
              <a:t>23-04-2026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B00B68-5333-C602-6799-3D1B2E434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4925F4-1AF9-E8B5-0534-4714B5FAF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79996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011F1-D172-AE20-8D21-0A938E210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8E52B7-EB5E-AF2A-3525-5B4BBFD15A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6D7DCF-1783-47F8-CDB8-8B7167ECD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26915-BE00-456E-A9CA-DB9FE1FD674A}" type="datetime1">
              <a:rPr lang="en-IN" smtClean="0"/>
              <a:t>23-04-2026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6968A7-C083-F20B-0369-2067E75DE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55429C-96E8-1064-0F87-6D95D15F9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8761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A47F57-697A-B97E-DD3A-2910D126C5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3F252A-D3F9-0BB4-D962-668169761B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B93D65-8824-8EBE-4CB8-E4D7750FE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2D233-408A-4415-B919-B7ECAA5043E2}" type="datetime1">
              <a:rPr lang="en-IN" smtClean="0"/>
              <a:t>23-04-2026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1EA1BA-06A5-9F5B-136C-80EDFD72E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63C8CA-61F8-0704-0F6E-DDDD2B998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8782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09843D-C7AC-7DCA-D2A1-30C29BBAB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2A0867-11DA-F019-8907-1B3D8BD7C7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0DD53F-CA45-CCAE-9ADB-5B0F61393A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AC608B-7A9F-4336-97A2-89908E443DAD}" type="datetime1">
              <a:rPr lang="en-IN" smtClean="0"/>
              <a:t>23-04-2026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91FF70-F320-3E09-D811-B610D38CEA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9947EA-7073-9466-0549-46E86F1C89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194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3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 txBox="1"/>
          <p:nvPr/>
        </p:nvSpPr>
        <p:spPr>
          <a:xfrm>
            <a:off x="6525369" y="2109718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 algn="ctr">
              <a:buClr>
                <a:srgbClr val="17365D"/>
              </a:buClr>
              <a:buSzPts val="2000"/>
            </a:pPr>
            <a:r>
              <a:rPr lang="en-US" sz="24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Supervision of,</a:t>
            </a:r>
          </a:p>
          <a:p>
            <a:pPr lvl="0" algn="ctr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US" sz="20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Mr. Jinesh VN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0" algn="ctr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US" sz="20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Assistant Professor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0" algn="ctr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US" sz="20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School of CSE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0" algn="ctr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US" sz="20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156411" y="4130278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Program: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Information Science And Technology(AI and DS)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</a:t>
            </a:r>
            <a:r>
              <a:rPr lang="en-US" sz="2000" b="1" dirty="0" err="1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HoD</a:t>
            </a: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: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Pallavi R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Internship Coordinator: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Mr. </a:t>
            </a:r>
            <a:r>
              <a:rPr lang="en-US" sz="2000" b="1" dirty="0" err="1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Saptarsi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Sanyal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Internship Coordinator: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Md Ziaur Rahman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													</a:t>
            </a:r>
            <a:endParaRPr sz="20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838200" y="130629"/>
            <a:ext cx="10515600" cy="156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17365D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alt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CSE7302 - INTERNSHIP</a:t>
            </a:r>
            <a:b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Review-3 Presentation </a:t>
            </a:r>
            <a:b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AI/ML INTERNSHIP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3641682"/>
              </p:ext>
            </p:extLst>
          </p:nvPr>
        </p:nvGraphicFramePr>
        <p:xfrm>
          <a:off x="601909" y="1911875"/>
          <a:ext cx="5321552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270">
                  <a:extLst>
                    <a:ext uri="{9D8B030D-6E8A-4147-A177-3AD203B41FA5}">
                      <a16:colId xmlns:a16="http://schemas.microsoft.com/office/drawing/2014/main" val="2689928737"/>
                    </a:ext>
                  </a:extLst>
                </a:gridCol>
                <a:gridCol w="3950282">
                  <a:extLst>
                    <a:ext uri="{9D8B030D-6E8A-4147-A177-3AD203B41FA5}">
                      <a16:colId xmlns:a16="http://schemas.microsoft.com/office/drawing/2014/main" val="3965538731"/>
                    </a:ext>
                  </a:extLst>
                </a:gridCol>
              </a:tblGrid>
              <a:tr h="362263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Student Details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510531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Vibha Binoy Sasidharan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3540802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Roll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20221IST0020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550948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8IST01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82681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67245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704516" y="902370"/>
            <a:ext cx="10668000" cy="4377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Requirements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Proposed System/Work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Implementation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Roadmap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29404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9904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45031"/>
            <a:ext cx="10515600" cy="4193176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Accion Labs is a global Cloud Engineering and Innovation company focused on helping enterprises transform their business using emerging technologies.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company specializes in digital transformation, cloud modernization, data engineering, and AI-driven solutions.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has a global presence with 4,400+ engineers across 23 locations worldwide, grown through organic expansion and strategic acquisitions.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organization emphasizes quality, innovation, and continuous improvement to solve complex business problems.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581389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assigned domain is Data Engineering and Data Quality Testing using Python.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involves building a data testing solution that connects to multiple data sources and validates business logic through automated tests.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solution is implemented completely in Python with API endpoints to enable scalable, reusable, and automated data validation workflows.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586821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am part of a Data / AI Engineering team, working on a Python-based data testing solution.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Currently, I work closely with a mentor who guides me through project understanding, tasks, and best practices.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report to the Technical Lead of the team, who oversees the project progress and provides technical direction.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06966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Finding a suitable internship opportunity aligned with AI/ML interests.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the project workflow and tools during the initial days.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Adapting to a professional work environment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061569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understand the fundamentals of AI and Machine Learning in an industry environment.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gain hands-on exposure to data processing and basic model development.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learn the AI/ML workflow and best practices followed at Accion Labs.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work with mentors and understand real-world problem-solving using AI.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63347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and Flask are widely used for backend development and API creation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ETL processes are commonly used for efficient data transformation and storage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Parquet format is optimized for handling large-scale structured data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 Server is widely used for reliable and structured data management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Modern applications use API-based architecture for seamless system integration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729277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/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 fontScale="92500" lnSpcReduction="200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a data pipeline application to process Parquet files and store data in SQL Server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Developed backend APIs using Flask to handle file upload and data processing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ETL process: Extract data from Parquet, Transform data, and Load into database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 a user interface using HTML and Jinja templates for interaction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Enabled integration between frontend, backend, and database systems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Performed API testing using Postman to validate request-response functionality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Ensured efficient data handling with proper validation and error handling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524770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processing of large data files is time-consuming and error-prone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an automated system to convert Parquet files and store data in databases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Difficulty in efficiently performing data transformation and integration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for a user-friendly system to handle file upload and data processing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505980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Laptop/PC with minimum 8GB RAM and stable internet connection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Python, Flask framework, SQL Server, Visual Studio Code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HTML, Jinja Templates for user interface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Postman for API testing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Web browser (Chrome) for application testing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286960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Proposed System/Work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Automates data processing, reducing manual effort and errors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handling of large Parquet files using ETL process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Seamless integration between frontend, backend, and database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and reliable data insertion into SQL Server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User-friendly interface for easy file upload and processing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466521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follows a three-layer architecture: Frontend, Backend, and Database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 developed using HTML and Jinja templates for user interaction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 implemented using Flask APIs for processing and logic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pipeline performs ETL: Extract from Parquet, Transform, Load into SQL Server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 APIs enable communication between frontend and backend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654325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Implementation (At least 50%)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14</a:t>
            </a:fld>
            <a:endParaRPr lang="en-US" altLang="en-US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1D574B02-AA67-6237-9D88-468D12299D2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9224" y="1184366"/>
            <a:ext cx="5892346" cy="4057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026174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Road Map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15</a:t>
            </a:fld>
            <a:endParaRPr lang="en-US" altLang="en-US"/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11897312"/>
              </p:ext>
            </p:extLst>
          </p:nvPr>
        </p:nvGraphicFramePr>
        <p:xfrm>
          <a:off x="838200" y="1210491"/>
          <a:ext cx="10515600" cy="40581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FBE5158D-82DE-EBB3-4884-75831675F66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8200" y="901298"/>
            <a:ext cx="8573219" cy="4624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71002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16</a:t>
            </a:fld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308" y="1061297"/>
            <a:ext cx="10515600" cy="4351338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https://github.com/VibhaBinoy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6213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  <a:solidFill>
            <a:schemeClr val="accent1">
              <a:lumMod val="50000"/>
            </a:schemeClr>
          </a:solidFill>
        </p:spPr>
        <p:txBody>
          <a:bodyPr/>
          <a:lstStyle/>
          <a:p>
            <a:pPr marL="0" indent="0" algn="ctr">
              <a:buNone/>
            </a:pPr>
            <a:endParaRPr lang="en-US" sz="66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66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6600" dirty="0"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Q&amp;A</a:t>
            </a:r>
          </a:p>
          <a:p>
            <a:pPr marL="0" indent="0" algn="ctr">
              <a:buNone/>
            </a:pPr>
            <a:endParaRPr lang="en-US" sz="6600" dirty="0">
              <a:solidFill>
                <a:srgbClr val="A7118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defRPr/>
              </a:pPr>
              <a:t>17</a:t>
            </a:fld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7" descr="bd04924_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5253" y="2150340"/>
            <a:ext cx="2841170" cy="3832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75465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547258"/>
            <a:ext cx="10515600" cy="1214846"/>
          </a:xfrm>
        </p:spPr>
        <p:txBody>
          <a:bodyPr/>
          <a:lstStyle/>
          <a:p>
            <a:pPr marL="0" indent="0" algn="ctr">
              <a:buNone/>
            </a:pPr>
            <a:r>
              <a:rPr lang="en-US" sz="6600" dirty="0">
                <a:solidFill>
                  <a:srgbClr val="A711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 !!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966059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7018</TotalTime>
  <Words>829</Words>
  <Application>Microsoft Office PowerPoint</Application>
  <PresentationFormat>Widescreen</PresentationFormat>
  <Paragraphs>115</Paragraphs>
  <Slides>18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Arial</vt:lpstr>
      <vt:lpstr>Calibri</vt:lpstr>
      <vt:lpstr>Calibri Light</vt:lpstr>
      <vt:lpstr>Cambria</vt:lpstr>
      <vt:lpstr>Times New Roman</vt:lpstr>
      <vt:lpstr>Verdana</vt:lpstr>
      <vt:lpstr>Wingdings</vt:lpstr>
      <vt:lpstr>Office Theme</vt:lpstr>
      <vt:lpstr>PowerPoint Presentation</vt:lpstr>
      <vt:lpstr>Content</vt:lpstr>
      <vt:lpstr>About Company or Organization</vt:lpstr>
      <vt:lpstr>Working domain or the technology</vt:lpstr>
      <vt:lpstr>About your team and reporting Manager</vt:lpstr>
      <vt:lpstr>Challenges Faced in Internship</vt:lpstr>
      <vt:lpstr>Objectives of the work</vt:lpstr>
      <vt:lpstr>Literature Review</vt:lpstr>
      <vt:lpstr>Proposed System / Work</vt:lpstr>
      <vt:lpstr>Problem Statement</vt:lpstr>
      <vt:lpstr>System Requirements</vt:lpstr>
      <vt:lpstr>Advantages of Proposed System/Work</vt:lpstr>
      <vt:lpstr>System Design</vt:lpstr>
      <vt:lpstr>System Implementation (At least 50%)</vt:lpstr>
      <vt:lpstr>Internship Road Map</vt:lpstr>
      <vt:lpstr>Github Link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Gopalakrishnan N-Asst. Prof-CIV</dc:creator>
  <cp:lastModifiedBy>vibhabinoysasidharan@outlook.com</cp:lastModifiedBy>
  <cp:revision>721</cp:revision>
  <dcterms:created xsi:type="dcterms:W3CDTF">2022-10-14T07:18:17Z</dcterms:created>
  <dcterms:modified xsi:type="dcterms:W3CDTF">2026-04-23T15:07:35Z</dcterms:modified>
</cp:coreProperties>
</file>