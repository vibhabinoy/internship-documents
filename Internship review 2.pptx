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4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l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 project </a:t>
          </a:r>
          <a:r>
            <a:rPr lang="en-US" sz="16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requirements,data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testing concepts and tools.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Connect to data sources and implement basic data validation logic. 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Build automated data tests and basic API endpoints.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 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5C4A8F4-9751-4E44-A971-2893DC0A78D0}">
      <dgm:prSet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Improve testing coverage and error handling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9E2BAD-C6C7-4916-915C-22F58F4F7617}" type="parTrans" cxnId="{66FF8E44-3FE3-4147-B160-47964BADF699}">
      <dgm:prSet/>
      <dgm:spPr/>
      <dgm:t>
        <a:bodyPr/>
        <a:lstStyle/>
        <a:p>
          <a:endParaRPr lang="en-IN"/>
        </a:p>
      </dgm:t>
    </dgm:pt>
    <dgm:pt modelId="{3F235D8F-26A1-446A-9FC3-44BFE1742A5E}" type="sibTrans" cxnId="{66FF8E44-3FE3-4147-B160-47964BADF699}">
      <dgm:prSet/>
      <dgm:spPr/>
      <dgm:t>
        <a:bodyPr/>
        <a:lstStyle/>
        <a:p>
          <a:endParaRPr lang="en-IN"/>
        </a:p>
      </dgm:t>
    </dgm:pt>
    <dgm:pt modelId="{00E509FD-B558-448F-A679-D9FEAFD598B1}">
      <dgm:prSet/>
      <dgm:spPr/>
      <dgm:t>
        <a:bodyPr/>
        <a:lstStyle/>
        <a:p>
          <a:pPr algn="r"/>
          <a:endParaRPr lang="en-IN" dirty="0"/>
        </a:p>
      </dgm:t>
    </dgm:pt>
    <dgm:pt modelId="{097C5047-F14E-4741-A66E-3CA1D5FC9E75}" type="parTrans" cxnId="{A29EC91A-2540-4563-9F2C-E47B937C8A3C}">
      <dgm:prSet/>
      <dgm:spPr/>
      <dgm:t>
        <a:bodyPr/>
        <a:lstStyle/>
        <a:p>
          <a:endParaRPr lang="en-IN"/>
        </a:p>
      </dgm:t>
    </dgm:pt>
    <dgm:pt modelId="{3D8F21A8-89C4-4157-823B-7CD89BAA292B}" type="sibTrans" cxnId="{A29EC91A-2540-4563-9F2C-E47B937C8A3C}">
      <dgm:prSet/>
      <dgm:spPr/>
      <dgm:t>
        <a:bodyPr/>
        <a:lstStyle/>
        <a:p>
          <a:endParaRPr lang="en-IN"/>
        </a:p>
      </dgm:t>
    </dgm:pt>
    <dgm:pt modelId="{E4AD53BF-4412-49E0-A340-0D70924AE552}">
      <dgm:prSet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Deliver a complete python based data testing solution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A0320F-9CA8-4399-901E-958D13824A52}" type="parTrans" cxnId="{515C09A1-A20E-4F73-B949-5088CE2D1E1A}">
      <dgm:prSet/>
      <dgm:spPr/>
      <dgm:t>
        <a:bodyPr/>
        <a:lstStyle/>
        <a:p>
          <a:endParaRPr lang="en-IN"/>
        </a:p>
      </dgm:t>
    </dgm:pt>
    <dgm:pt modelId="{1F98B445-BA38-4EC2-80AE-912F3E3E0F97}" type="sibTrans" cxnId="{515C09A1-A20E-4F73-B949-5088CE2D1E1A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 custLinFactNeighborX="-2146" custLinFactNeighborY="0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 custLinFactNeighborX="-3577" custLinFactNeighborY="1878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29EC91A-2540-4563-9F2C-E47B937C8A3C}" srcId="{5E92505A-51E0-4F78-B3C5-704ACF8710DE}" destId="{00E509FD-B558-448F-A679-D9FEAFD598B1}" srcOrd="1" destOrd="0" parTransId="{097C5047-F14E-4741-A66E-3CA1D5FC9E75}" sibTransId="{3D8F21A8-89C4-4157-823B-7CD89BAA292B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AE4B4323-4F26-48A2-B315-186F7BA4B51E}" type="presOf" srcId="{E4AD53BF-4412-49E0-A340-0D70924AE552}" destId="{8CAE5A4D-0C7B-48A6-917B-0B8433D0574B}" srcOrd="0" destOrd="0" presId="urn:microsoft.com/office/officeart/2011/layout/InterconnectedBlockProcess"/>
    <dgm:cxn modelId="{0B970834-29E2-4F27-89AD-8962BF421BAC}" type="presOf" srcId="{00E509FD-B558-448F-A679-D9FEAFD598B1}" destId="{98225A61-A0EC-450A-BED8-EF2E47E8FD18}" srcOrd="1" destOrd="1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66FF8E44-3FE3-4147-B160-47964BADF699}" srcId="{5E92505A-51E0-4F78-B3C5-704ACF8710DE}" destId="{F5C4A8F4-9751-4E44-A971-2893DC0A78D0}" srcOrd="0" destOrd="0" parTransId="{B49E2BAD-C6C7-4916-915C-22F58F4F7617}" sibTransId="{3F235D8F-26A1-446A-9FC3-44BFE1742A5E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515C09A1-A20E-4F73-B949-5088CE2D1E1A}" srcId="{65C051F6-A849-4495-A964-CD4C650B9C06}" destId="{E4AD53BF-4412-49E0-A340-0D70924AE552}" srcOrd="0" destOrd="0" parTransId="{38A0320F-9CA8-4399-901E-958D13824A52}" sibTransId="{1F98B445-BA38-4EC2-80AE-912F3E3E0F97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B219E0D7-9DE7-4A46-8E12-D9A2F2BA5A49}" type="presOf" srcId="{E4AD53BF-4412-49E0-A340-0D70924AE552}" destId="{928B615F-0F8D-4140-A638-0FBB8F5BF1E9}" srcOrd="1" destOrd="0" presId="urn:microsoft.com/office/officeart/2011/layout/InterconnectedBlockProcess"/>
    <dgm:cxn modelId="{F649FBD8-772F-48CF-9D69-B7E1A571D6C9}" type="presOf" srcId="{F5C4A8F4-9751-4E44-A971-2893DC0A78D0}" destId="{FC0F1314-3294-4A8C-8DCE-EB53E236164C}" srcOrd="0" destOrd="0" presId="urn:microsoft.com/office/officeart/2011/layout/InterconnectedBlockProcess"/>
    <dgm:cxn modelId="{ADFB6CDC-AF53-4277-857C-A08F5DEBA8A4}" type="presOf" srcId="{F5C4A8F4-9751-4E44-A971-2893DC0A78D0}" destId="{98225A61-A0EC-450A-BED8-EF2E47E8FD18}" srcOrd="1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9F4F77E7-3E4B-40EE-8C2C-D844807B487F}" type="presOf" srcId="{00E509FD-B558-448F-A679-D9FEAFD598B1}" destId="{FC0F1314-3294-4A8C-8DCE-EB53E236164C}" srcOrd="0" destOrd="1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203223" y="921300"/>
          <a:ext cx="1451036" cy="3685203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Deliver a complete python based data testing solution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87413" y="921300"/>
        <a:ext cx="1266847" cy="3685203"/>
      </dsp:txXfrm>
    </dsp:sp>
    <dsp:sp modelId="{C73DE52A-2F45-45E6-AD0E-D5BEAF609F8E}">
      <dsp:nvSpPr>
        <dsp:cNvPr id="0" name=""/>
        <dsp:cNvSpPr/>
      </dsp:nvSpPr>
      <dsp:spPr>
        <a:xfrm>
          <a:off x="7203223" y="0"/>
          <a:ext cx="1451036" cy="9213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 </a:t>
          </a:r>
        </a:p>
      </dsp:txBody>
      <dsp:txXfrm>
        <a:off x="7203223" y="0"/>
        <a:ext cx="1451036" cy="921300"/>
      </dsp:txXfrm>
    </dsp:sp>
    <dsp:sp modelId="{FC0F1314-3294-4A8C-8DCE-EB53E236164C}">
      <dsp:nvSpPr>
        <dsp:cNvPr id="0" name=""/>
        <dsp:cNvSpPr/>
      </dsp:nvSpPr>
      <dsp:spPr>
        <a:xfrm>
          <a:off x="5755812" y="921300"/>
          <a:ext cx="1451036" cy="3454878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 testing coverage and error handling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/>
        </a:p>
      </dsp:txBody>
      <dsp:txXfrm>
        <a:off x="5940001" y="921300"/>
        <a:ext cx="1266847" cy="3454877"/>
      </dsp:txXfrm>
    </dsp:sp>
    <dsp:sp modelId="{2AAD338D-3122-4454-9A67-16BE024D44E3}">
      <dsp:nvSpPr>
        <dsp:cNvPr id="0" name=""/>
        <dsp:cNvSpPr/>
      </dsp:nvSpPr>
      <dsp:spPr>
        <a:xfrm>
          <a:off x="5755812" y="115162"/>
          <a:ext cx="1451036" cy="8061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755812" y="115162"/>
        <a:ext cx="1451036" cy="806138"/>
      </dsp:txXfrm>
    </dsp:sp>
    <dsp:sp modelId="{2532504F-5FE1-4C97-B485-F05E8885EACC}">
      <dsp:nvSpPr>
        <dsp:cNvPr id="0" name=""/>
        <dsp:cNvSpPr/>
      </dsp:nvSpPr>
      <dsp:spPr>
        <a:xfrm>
          <a:off x="4304775" y="921300"/>
          <a:ext cx="1451036" cy="3224552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Build automated data tests and basic API endpoints.</a:t>
          </a:r>
        </a:p>
      </dsp:txBody>
      <dsp:txXfrm>
        <a:off x="4488965" y="921300"/>
        <a:ext cx="1266847" cy="3224552"/>
      </dsp:txXfrm>
    </dsp:sp>
    <dsp:sp modelId="{4C66D42D-7E6D-4563-AFDC-369C30B73F70}">
      <dsp:nvSpPr>
        <dsp:cNvPr id="0" name=""/>
        <dsp:cNvSpPr/>
      </dsp:nvSpPr>
      <dsp:spPr>
        <a:xfrm>
          <a:off x="4304775" y="234010"/>
          <a:ext cx="1451036" cy="6909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304775" y="234010"/>
        <a:ext cx="1451036" cy="690975"/>
      </dsp:txXfrm>
    </dsp:sp>
    <dsp:sp modelId="{06F8D57B-EDF4-4CF4-8700-DC2CA3E3028E}">
      <dsp:nvSpPr>
        <dsp:cNvPr id="0" name=""/>
        <dsp:cNvSpPr/>
      </dsp:nvSpPr>
      <dsp:spPr>
        <a:xfrm>
          <a:off x="2822599" y="921300"/>
          <a:ext cx="1451036" cy="299422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Connect to data sources and implement basic data validation logic. </a:t>
          </a:r>
        </a:p>
      </dsp:txBody>
      <dsp:txXfrm>
        <a:off x="3006788" y="921300"/>
        <a:ext cx="1266847" cy="2994227"/>
      </dsp:txXfrm>
    </dsp:sp>
    <dsp:sp modelId="{00BB3360-A9BB-4051-A4B1-1216F82F642C}">
      <dsp:nvSpPr>
        <dsp:cNvPr id="0" name=""/>
        <dsp:cNvSpPr/>
      </dsp:nvSpPr>
      <dsp:spPr>
        <a:xfrm>
          <a:off x="2853738" y="345487"/>
          <a:ext cx="1451036" cy="5758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2853738" y="345487"/>
        <a:ext cx="1451036" cy="575812"/>
      </dsp:txXfrm>
    </dsp:sp>
    <dsp:sp modelId="{A134CDD1-D85F-44EF-8BEE-9F99A855C1E6}">
      <dsp:nvSpPr>
        <dsp:cNvPr id="0" name=""/>
        <dsp:cNvSpPr/>
      </dsp:nvSpPr>
      <dsp:spPr>
        <a:xfrm>
          <a:off x="1350798" y="973206"/>
          <a:ext cx="1451036" cy="2763902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 project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requirements,data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testing concepts and tools.</a:t>
          </a:r>
        </a:p>
      </dsp:txBody>
      <dsp:txXfrm>
        <a:off x="1534987" y="973206"/>
        <a:ext cx="1266847" cy="2763902"/>
      </dsp:txXfrm>
    </dsp:sp>
    <dsp:sp modelId="{65257024-FAC0-4522-B139-1CC85B547BE8}">
      <dsp:nvSpPr>
        <dsp:cNvPr id="0" name=""/>
        <dsp:cNvSpPr/>
      </dsp:nvSpPr>
      <dsp:spPr>
        <a:xfrm>
          <a:off x="1402701" y="460650"/>
          <a:ext cx="1451036" cy="4606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1402701" y="460650"/>
        <a:ext cx="1451036" cy="4606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04/02/2026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Jinesh VN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726057" y="171977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Accion labs-Internship Review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951090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Vibha Binoy Sasidharan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20221IST0020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8IST01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Accion Labs is a global Cloud Engineering and Innovation company focused on helping enterprises transform their business using emerging technologies.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specializes in digital transformation, cloud modernization, data engineering, and AI-driven solutions.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global presence with 4,400+ engineers across 23 locations worldwide, grown through organic expansion and strategic acquisitions.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emphasizes quality, innovation, and continuous improvement to solve complex business problems.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assigned domain is Data Engineering and Data Quality Testing using Python.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involves building a data testing solution that connects to multiple data sources and validates business logic through automated tests.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implemented completely in Python with API endpoints to enable scalable, reusable, and automated data validation workflows.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part of a Data / AI Engineering team, working on a Python-based data testing solution.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closely with a mentor who guides me through project understanding, tasks, and best practices.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to the Technical Lead of the team, who oversees the project progress and provides technical direction.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 suitable internship opportunity aligned with AI/ML interests.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project workflow and tools during the initial days.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a professional work environment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fundamentals of AI and Machine Learning in an industry environment.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exposure to data processing and basic model development.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the AI/ML workflow and best practices followed at Accion Labs.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work with mentors and understand real-world problem-solving using AI.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on developing an AI-driven data quality testing platform that converts plain English test descriptions into executable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MongoDB and Elasticsearch as data sources to validate data using null, format, uniqueness, and range checks.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selective test execution and automated HTML reporting to provide clear pass/fail insights.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3.x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&amp; Libraries: Flask,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Elasticsearch-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PyMongo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Databases: MongoDB, Elasticsearch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Docker, VS Code, Git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i5 or equivalent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8 GB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Minimum 10 GB free disk space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by generating tests automatically from plain English.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by generating tests automatically from plain English.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pass/fail results through automated reporting.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9" name="Content Placeholder 7">
            <a:extLst>
              <a:ext uri="{FF2B5EF4-FFF2-40B4-BE49-F238E27FC236}">
                <a16:creationId xmlns:a16="http://schemas.microsoft.com/office/drawing/2014/main" id="{95632543-3D82-1710-6EE0-A3905CBF9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456657"/>
              </p:ext>
            </p:extLst>
          </p:nvPr>
        </p:nvGraphicFramePr>
        <p:xfrm>
          <a:off x="838200" y="888522"/>
          <a:ext cx="10056962" cy="460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https://github.com/VibhaBinoy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7162</TotalTime>
  <Words>673</Words>
  <Application>Microsoft Office PowerPoint</Application>
  <PresentationFormat>Widescreen</PresentationFormat>
  <Paragraphs>104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vibhabinoysasidharan@outlook.com</cp:lastModifiedBy>
  <cp:revision>718</cp:revision>
  <dcterms:created xsi:type="dcterms:W3CDTF">2022-10-14T07:18:17Z</dcterms:created>
  <dcterms:modified xsi:type="dcterms:W3CDTF">2026-02-04T16:10:13Z</dcterms:modified>
</cp:coreProperties>
</file>